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Arimo Bold" charset="1" panose="020B0704020202020204"/>
      <p:regular r:id="rId35"/>
    </p:embeddedFont>
    <p:embeddedFont>
      <p:font typeface="Arimo" charset="1" panose="020B06040202020202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2" Target="../media/image1.pn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744200" y="0"/>
            <a:ext cx="7543800" cy="10287000"/>
            <a:chOff x="0" y="0"/>
            <a:chExt cx="100584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058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3760889"/>
            <a:ext cx="9445523" cy="182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Student Campus Pulse Dashboard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910415"/>
            <a:ext cx="9445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Interactive Student Satisfaction &amp; Campus Analytics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508199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Project Details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3188" y="3999309"/>
            <a:ext cx="8048034" cy="1747990"/>
            <a:chOff x="0" y="0"/>
            <a:chExt cx="10730713" cy="23306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10679938" cy="2279777"/>
            </a:xfrm>
            <a:custGeom>
              <a:avLst/>
              <a:gdLst/>
              <a:ahLst/>
              <a:cxnLst/>
              <a:rect r="r" b="b" t="t" l="l"/>
              <a:pathLst>
                <a:path h="2279777" w="10679938">
                  <a:moveTo>
                    <a:pt x="0" y="158750"/>
                  </a:moveTo>
                  <a:cubicBezTo>
                    <a:pt x="0" y="71120"/>
                    <a:pt x="72263" y="0"/>
                    <a:pt x="161544" y="0"/>
                  </a:cubicBezTo>
                  <a:lnTo>
                    <a:pt x="10518394" y="0"/>
                  </a:lnTo>
                  <a:cubicBezTo>
                    <a:pt x="10607548" y="0"/>
                    <a:pt x="10679938" y="71120"/>
                    <a:pt x="10679938" y="158750"/>
                  </a:cubicBezTo>
                  <a:lnTo>
                    <a:pt x="10679938" y="2121027"/>
                  </a:lnTo>
                  <a:cubicBezTo>
                    <a:pt x="10679938" y="2208657"/>
                    <a:pt x="10607675" y="2279777"/>
                    <a:pt x="10518394" y="2279777"/>
                  </a:cubicBezTo>
                  <a:lnTo>
                    <a:pt x="161544" y="2279777"/>
                  </a:lnTo>
                  <a:cubicBezTo>
                    <a:pt x="72390" y="2279777"/>
                    <a:pt x="0" y="2208657"/>
                    <a:pt x="0" y="2121027"/>
                  </a:cubicBez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30738" cy="2330577"/>
            </a:xfrm>
            <a:custGeom>
              <a:avLst/>
              <a:gdLst/>
              <a:ahLst/>
              <a:cxnLst/>
              <a:rect r="r" b="b" t="t" l="l"/>
              <a:pathLst>
                <a:path h="2330577" w="10730738">
                  <a:moveTo>
                    <a:pt x="0" y="184150"/>
                  </a:moveTo>
                  <a:cubicBezTo>
                    <a:pt x="0" y="82042"/>
                    <a:pt x="84074" y="0"/>
                    <a:pt x="186944" y="0"/>
                  </a:cubicBezTo>
                  <a:lnTo>
                    <a:pt x="10543794" y="0"/>
                  </a:lnTo>
                  <a:lnTo>
                    <a:pt x="10543794" y="25400"/>
                  </a:lnTo>
                  <a:lnTo>
                    <a:pt x="10543794" y="0"/>
                  </a:lnTo>
                  <a:cubicBezTo>
                    <a:pt x="10646664" y="0"/>
                    <a:pt x="10730738" y="82042"/>
                    <a:pt x="10730738" y="184150"/>
                  </a:cubicBezTo>
                  <a:lnTo>
                    <a:pt x="10705338" y="184150"/>
                  </a:lnTo>
                  <a:lnTo>
                    <a:pt x="10730738" y="184150"/>
                  </a:lnTo>
                  <a:lnTo>
                    <a:pt x="10730738" y="2146427"/>
                  </a:lnTo>
                  <a:lnTo>
                    <a:pt x="10705338" y="2146427"/>
                  </a:lnTo>
                  <a:lnTo>
                    <a:pt x="10730738" y="2146427"/>
                  </a:lnTo>
                  <a:cubicBezTo>
                    <a:pt x="10730738" y="2248535"/>
                    <a:pt x="10646664" y="2330577"/>
                    <a:pt x="10543794" y="2330577"/>
                  </a:cubicBezTo>
                  <a:lnTo>
                    <a:pt x="10543794" y="2305177"/>
                  </a:lnTo>
                  <a:lnTo>
                    <a:pt x="10543794" y="2330577"/>
                  </a:lnTo>
                  <a:lnTo>
                    <a:pt x="186944" y="2330577"/>
                  </a:lnTo>
                  <a:lnTo>
                    <a:pt x="186944" y="2305177"/>
                  </a:lnTo>
                  <a:lnTo>
                    <a:pt x="186944" y="2330577"/>
                  </a:lnTo>
                  <a:cubicBezTo>
                    <a:pt x="84074" y="2330577"/>
                    <a:pt x="0" y="2248535"/>
                    <a:pt x="0" y="2146427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146427"/>
                  </a:lnTo>
                  <a:lnTo>
                    <a:pt x="25400" y="2146427"/>
                  </a:lnTo>
                  <a:lnTo>
                    <a:pt x="50800" y="2146427"/>
                  </a:lnTo>
                  <a:cubicBezTo>
                    <a:pt x="50800" y="2219706"/>
                    <a:pt x="111379" y="2279777"/>
                    <a:pt x="186944" y="2279777"/>
                  </a:cubicBezTo>
                  <a:lnTo>
                    <a:pt x="10543794" y="2279777"/>
                  </a:lnTo>
                  <a:cubicBezTo>
                    <a:pt x="10619359" y="2279777"/>
                    <a:pt x="10679938" y="2219706"/>
                    <a:pt x="10679938" y="2146427"/>
                  </a:cubicBezTo>
                  <a:lnTo>
                    <a:pt x="10679938" y="184150"/>
                  </a:lnTo>
                  <a:cubicBezTo>
                    <a:pt x="10679938" y="110871"/>
                    <a:pt x="10619359" y="50800"/>
                    <a:pt x="10543794" y="50800"/>
                  </a:cubicBezTo>
                  <a:lnTo>
                    <a:pt x="186944" y="50800"/>
                  </a:lnTo>
                  <a:lnTo>
                    <a:pt x="186944" y="25400"/>
                  </a:lnTo>
                  <a:lnTo>
                    <a:pt x="186944" y="50800"/>
                  </a:lnTo>
                  <a:cubicBezTo>
                    <a:pt x="111379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13859" y="4301881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Submitted By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3859" y="4848225"/>
            <a:ext cx="7366692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Aditi Patidar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66634" y="3999309"/>
            <a:ext cx="8048177" cy="1747990"/>
            <a:chOff x="0" y="0"/>
            <a:chExt cx="10730903" cy="233065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25400"/>
              <a:ext cx="10680064" cy="2279777"/>
            </a:xfrm>
            <a:custGeom>
              <a:avLst/>
              <a:gdLst/>
              <a:ahLst/>
              <a:cxnLst/>
              <a:rect r="r" b="b" t="t" l="l"/>
              <a:pathLst>
                <a:path h="2279777" w="10680064">
                  <a:moveTo>
                    <a:pt x="0" y="158750"/>
                  </a:moveTo>
                  <a:cubicBezTo>
                    <a:pt x="0" y="71120"/>
                    <a:pt x="72263" y="0"/>
                    <a:pt x="161544" y="0"/>
                  </a:cubicBezTo>
                  <a:lnTo>
                    <a:pt x="10518521" y="0"/>
                  </a:lnTo>
                  <a:cubicBezTo>
                    <a:pt x="10607675" y="0"/>
                    <a:pt x="10680064" y="71120"/>
                    <a:pt x="10680064" y="158750"/>
                  </a:cubicBezTo>
                  <a:lnTo>
                    <a:pt x="10680064" y="2121027"/>
                  </a:lnTo>
                  <a:cubicBezTo>
                    <a:pt x="10680064" y="2208657"/>
                    <a:pt x="10607802" y="2279777"/>
                    <a:pt x="10518521" y="2279777"/>
                  </a:cubicBezTo>
                  <a:lnTo>
                    <a:pt x="161544" y="2279777"/>
                  </a:lnTo>
                  <a:cubicBezTo>
                    <a:pt x="72390" y="2279777"/>
                    <a:pt x="0" y="2208657"/>
                    <a:pt x="0" y="2121027"/>
                  </a:cubicBez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30864" cy="2330577"/>
            </a:xfrm>
            <a:custGeom>
              <a:avLst/>
              <a:gdLst/>
              <a:ahLst/>
              <a:cxnLst/>
              <a:rect r="r" b="b" t="t" l="l"/>
              <a:pathLst>
                <a:path h="2330577" w="10730864">
                  <a:moveTo>
                    <a:pt x="0" y="184150"/>
                  </a:moveTo>
                  <a:cubicBezTo>
                    <a:pt x="0" y="82042"/>
                    <a:pt x="84074" y="0"/>
                    <a:pt x="186944" y="0"/>
                  </a:cubicBezTo>
                  <a:lnTo>
                    <a:pt x="10543921" y="0"/>
                  </a:lnTo>
                  <a:lnTo>
                    <a:pt x="10543921" y="25400"/>
                  </a:lnTo>
                  <a:lnTo>
                    <a:pt x="10543921" y="0"/>
                  </a:lnTo>
                  <a:cubicBezTo>
                    <a:pt x="10646790" y="0"/>
                    <a:pt x="10730864" y="82042"/>
                    <a:pt x="10730864" y="184150"/>
                  </a:cubicBezTo>
                  <a:lnTo>
                    <a:pt x="10705464" y="184150"/>
                  </a:lnTo>
                  <a:lnTo>
                    <a:pt x="10730864" y="184150"/>
                  </a:lnTo>
                  <a:lnTo>
                    <a:pt x="10730864" y="2146427"/>
                  </a:lnTo>
                  <a:lnTo>
                    <a:pt x="10705464" y="2146427"/>
                  </a:lnTo>
                  <a:lnTo>
                    <a:pt x="10730864" y="2146427"/>
                  </a:lnTo>
                  <a:cubicBezTo>
                    <a:pt x="10730864" y="2248535"/>
                    <a:pt x="10646790" y="2330577"/>
                    <a:pt x="10543921" y="2330577"/>
                  </a:cubicBezTo>
                  <a:lnTo>
                    <a:pt x="10543921" y="2305177"/>
                  </a:lnTo>
                  <a:lnTo>
                    <a:pt x="10543921" y="2330577"/>
                  </a:lnTo>
                  <a:lnTo>
                    <a:pt x="186944" y="2330577"/>
                  </a:lnTo>
                  <a:lnTo>
                    <a:pt x="186944" y="2305177"/>
                  </a:lnTo>
                  <a:lnTo>
                    <a:pt x="186944" y="2330577"/>
                  </a:lnTo>
                  <a:cubicBezTo>
                    <a:pt x="84074" y="2330577"/>
                    <a:pt x="0" y="2248535"/>
                    <a:pt x="0" y="2146427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146427"/>
                  </a:lnTo>
                  <a:lnTo>
                    <a:pt x="25400" y="2146427"/>
                  </a:lnTo>
                  <a:lnTo>
                    <a:pt x="50800" y="2146427"/>
                  </a:lnTo>
                  <a:cubicBezTo>
                    <a:pt x="50800" y="2219706"/>
                    <a:pt x="111379" y="2279777"/>
                    <a:pt x="186944" y="2279777"/>
                  </a:cubicBezTo>
                  <a:lnTo>
                    <a:pt x="10543921" y="2279777"/>
                  </a:lnTo>
                  <a:cubicBezTo>
                    <a:pt x="10619486" y="2279777"/>
                    <a:pt x="10680064" y="2219706"/>
                    <a:pt x="10680064" y="2146427"/>
                  </a:cubicBezTo>
                  <a:lnTo>
                    <a:pt x="10680064" y="184150"/>
                  </a:lnTo>
                  <a:cubicBezTo>
                    <a:pt x="10680064" y="110871"/>
                    <a:pt x="10619486" y="50800"/>
                    <a:pt x="10543921" y="50800"/>
                  </a:cubicBezTo>
                  <a:lnTo>
                    <a:pt x="186944" y="50800"/>
                  </a:lnTo>
                  <a:lnTo>
                    <a:pt x="186944" y="25400"/>
                  </a:lnTo>
                  <a:lnTo>
                    <a:pt x="186944" y="50800"/>
                  </a:lnTo>
                  <a:cubicBezTo>
                    <a:pt x="111379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607306" y="4301881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Under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07306" y="4848225"/>
            <a:ext cx="7366845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TCS iON Industry Project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73188" y="5992711"/>
            <a:ext cx="8048034" cy="1747990"/>
            <a:chOff x="0" y="0"/>
            <a:chExt cx="10730713" cy="23306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5400" y="25400"/>
              <a:ext cx="10679938" cy="2279777"/>
            </a:xfrm>
            <a:custGeom>
              <a:avLst/>
              <a:gdLst/>
              <a:ahLst/>
              <a:cxnLst/>
              <a:rect r="r" b="b" t="t" l="l"/>
              <a:pathLst>
                <a:path h="2279777" w="10679938">
                  <a:moveTo>
                    <a:pt x="0" y="158750"/>
                  </a:moveTo>
                  <a:cubicBezTo>
                    <a:pt x="0" y="71120"/>
                    <a:pt x="72263" y="0"/>
                    <a:pt x="161544" y="0"/>
                  </a:cubicBezTo>
                  <a:lnTo>
                    <a:pt x="10518394" y="0"/>
                  </a:lnTo>
                  <a:cubicBezTo>
                    <a:pt x="10607548" y="0"/>
                    <a:pt x="10679938" y="71120"/>
                    <a:pt x="10679938" y="158750"/>
                  </a:cubicBezTo>
                  <a:lnTo>
                    <a:pt x="10679938" y="2121027"/>
                  </a:lnTo>
                  <a:cubicBezTo>
                    <a:pt x="10679938" y="2208657"/>
                    <a:pt x="10607675" y="2279777"/>
                    <a:pt x="10518394" y="2279777"/>
                  </a:cubicBezTo>
                  <a:lnTo>
                    <a:pt x="161544" y="2279777"/>
                  </a:lnTo>
                  <a:cubicBezTo>
                    <a:pt x="72390" y="2279777"/>
                    <a:pt x="0" y="2208657"/>
                    <a:pt x="0" y="2121027"/>
                  </a:cubicBez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30738" cy="2330577"/>
            </a:xfrm>
            <a:custGeom>
              <a:avLst/>
              <a:gdLst/>
              <a:ahLst/>
              <a:cxnLst/>
              <a:rect r="r" b="b" t="t" l="l"/>
              <a:pathLst>
                <a:path h="2330577" w="10730738">
                  <a:moveTo>
                    <a:pt x="0" y="184150"/>
                  </a:moveTo>
                  <a:cubicBezTo>
                    <a:pt x="0" y="82042"/>
                    <a:pt x="84074" y="0"/>
                    <a:pt x="186944" y="0"/>
                  </a:cubicBezTo>
                  <a:lnTo>
                    <a:pt x="10543794" y="0"/>
                  </a:lnTo>
                  <a:lnTo>
                    <a:pt x="10543794" y="25400"/>
                  </a:lnTo>
                  <a:lnTo>
                    <a:pt x="10543794" y="0"/>
                  </a:lnTo>
                  <a:cubicBezTo>
                    <a:pt x="10646664" y="0"/>
                    <a:pt x="10730738" y="82042"/>
                    <a:pt x="10730738" y="184150"/>
                  </a:cubicBezTo>
                  <a:lnTo>
                    <a:pt x="10705338" y="184150"/>
                  </a:lnTo>
                  <a:lnTo>
                    <a:pt x="10730738" y="184150"/>
                  </a:lnTo>
                  <a:lnTo>
                    <a:pt x="10730738" y="2146427"/>
                  </a:lnTo>
                  <a:lnTo>
                    <a:pt x="10705338" y="2146427"/>
                  </a:lnTo>
                  <a:lnTo>
                    <a:pt x="10730738" y="2146427"/>
                  </a:lnTo>
                  <a:cubicBezTo>
                    <a:pt x="10730738" y="2248535"/>
                    <a:pt x="10646664" y="2330577"/>
                    <a:pt x="10543794" y="2330577"/>
                  </a:cubicBezTo>
                  <a:lnTo>
                    <a:pt x="10543794" y="2305177"/>
                  </a:lnTo>
                  <a:lnTo>
                    <a:pt x="10543794" y="2330577"/>
                  </a:lnTo>
                  <a:lnTo>
                    <a:pt x="186944" y="2330577"/>
                  </a:lnTo>
                  <a:lnTo>
                    <a:pt x="186944" y="2305177"/>
                  </a:lnTo>
                  <a:lnTo>
                    <a:pt x="186944" y="2330577"/>
                  </a:lnTo>
                  <a:cubicBezTo>
                    <a:pt x="84074" y="2330577"/>
                    <a:pt x="0" y="2248535"/>
                    <a:pt x="0" y="2146427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146427"/>
                  </a:lnTo>
                  <a:lnTo>
                    <a:pt x="25400" y="2146427"/>
                  </a:lnTo>
                  <a:lnTo>
                    <a:pt x="50800" y="2146427"/>
                  </a:lnTo>
                  <a:cubicBezTo>
                    <a:pt x="50800" y="2219706"/>
                    <a:pt x="111379" y="2279777"/>
                    <a:pt x="186944" y="2279777"/>
                  </a:cubicBezTo>
                  <a:lnTo>
                    <a:pt x="10543794" y="2279777"/>
                  </a:lnTo>
                  <a:cubicBezTo>
                    <a:pt x="10619359" y="2279777"/>
                    <a:pt x="10679938" y="2219706"/>
                    <a:pt x="10679938" y="2146427"/>
                  </a:cubicBezTo>
                  <a:lnTo>
                    <a:pt x="10679938" y="184150"/>
                  </a:lnTo>
                  <a:cubicBezTo>
                    <a:pt x="10679938" y="110871"/>
                    <a:pt x="10619359" y="50800"/>
                    <a:pt x="10543794" y="50800"/>
                  </a:cubicBezTo>
                  <a:lnTo>
                    <a:pt x="186944" y="50800"/>
                  </a:lnTo>
                  <a:lnTo>
                    <a:pt x="186944" y="25400"/>
                  </a:lnTo>
                  <a:lnTo>
                    <a:pt x="186944" y="50800"/>
                  </a:lnTo>
                  <a:cubicBezTo>
                    <a:pt x="111379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13859" y="629528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Institute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3859" y="6841627"/>
            <a:ext cx="7366692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Jawaharlal Institute of Technology Vidya Vihar, Borawan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66634" y="5992711"/>
            <a:ext cx="8048177" cy="1747990"/>
            <a:chOff x="0" y="0"/>
            <a:chExt cx="10730903" cy="233065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5400" y="25400"/>
              <a:ext cx="10680064" cy="2279777"/>
            </a:xfrm>
            <a:custGeom>
              <a:avLst/>
              <a:gdLst/>
              <a:ahLst/>
              <a:cxnLst/>
              <a:rect r="r" b="b" t="t" l="l"/>
              <a:pathLst>
                <a:path h="2279777" w="10680064">
                  <a:moveTo>
                    <a:pt x="0" y="158750"/>
                  </a:moveTo>
                  <a:cubicBezTo>
                    <a:pt x="0" y="71120"/>
                    <a:pt x="72263" y="0"/>
                    <a:pt x="161544" y="0"/>
                  </a:cubicBezTo>
                  <a:lnTo>
                    <a:pt x="10518521" y="0"/>
                  </a:lnTo>
                  <a:cubicBezTo>
                    <a:pt x="10607675" y="0"/>
                    <a:pt x="10680064" y="71120"/>
                    <a:pt x="10680064" y="158750"/>
                  </a:cubicBezTo>
                  <a:lnTo>
                    <a:pt x="10680064" y="2121027"/>
                  </a:lnTo>
                  <a:cubicBezTo>
                    <a:pt x="10680064" y="2208657"/>
                    <a:pt x="10607802" y="2279777"/>
                    <a:pt x="10518521" y="2279777"/>
                  </a:cubicBezTo>
                  <a:lnTo>
                    <a:pt x="161544" y="2279777"/>
                  </a:lnTo>
                  <a:cubicBezTo>
                    <a:pt x="72390" y="2279777"/>
                    <a:pt x="0" y="2208657"/>
                    <a:pt x="0" y="2121027"/>
                  </a:cubicBez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30864" cy="2330577"/>
            </a:xfrm>
            <a:custGeom>
              <a:avLst/>
              <a:gdLst/>
              <a:ahLst/>
              <a:cxnLst/>
              <a:rect r="r" b="b" t="t" l="l"/>
              <a:pathLst>
                <a:path h="2330577" w="10730864">
                  <a:moveTo>
                    <a:pt x="0" y="184150"/>
                  </a:moveTo>
                  <a:cubicBezTo>
                    <a:pt x="0" y="82042"/>
                    <a:pt x="84074" y="0"/>
                    <a:pt x="186944" y="0"/>
                  </a:cubicBezTo>
                  <a:lnTo>
                    <a:pt x="10543921" y="0"/>
                  </a:lnTo>
                  <a:lnTo>
                    <a:pt x="10543921" y="25400"/>
                  </a:lnTo>
                  <a:lnTo>
                    <a:pt x="10543921" y="0"/>
                  </a:lnTo>
                  <a:cubicBezTo>
                    <a:pt x="10646790" y="0"/>
                    <a:pt x="10730864" y="82042"/>
                    <a:pt x="10730864" y="184150"/>
                  </a:cubicBezTo>
                  <a:lnTo>
                    <a:pt x="10705464" y="184150"/>
                  </a:lnTo>
                  <a:lnTo>
                    <a:pt x="10730864" y="184150"/>
                  </a:lnTo>
                  <a:lnTo>
                    <a:pt x="10730864" y="2146427"/>
                  </a:lnTo>
                  <a:lnTo>
                    <a:pt x="10705464" y="2146427"/>
                  </a:lnTo>
                  <a:lnTo>
                    <a:pt x="10730864" y="2146427"/>
                  </a:lnTo>
                  <a:cubicBezTo>
                    <a:pt x="10730864" y="2248535"/>
                    <a:pt x="10646790" y="2330577"/>
                    <a:pt x="10543921" y="2330577"/>
                  </a:cubicBezTo>
                  <a:lnTo>
                    <a:pt x="10543921" y="2305177"/>
                  </a:lnTo>
                  <a:lnTo>
                    <a:pt x="10543921" y="2330577"/>
                  </a:lnTo>
                  <a:lnTo>
                    <a:pt x="186944" y="2330577"/>
                  </a:lnTo>
                  <a:lnTo>
                    <a:pt x="186944" y="2305177"/>
                  </a:lnTo>
                  <a:lnTo>
                    <a:pt x="186944" y="2330577"/>
                  </a:lnTo>
                  <a:cubicBezTo>
                    <a:pt x="84074" y="2330577"/>
                    <a:pt x="0" y="2248535"/>
                    <a:pt x="0" y="2146427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146427"/>
                  </a:lnTo>
                  <a:lnTo>
                    <a:pt x="25400" y="2146427"/>
                  </a:lnTo>
                  <a:lnTo>
                    <a:pt x="50800" y="2146427"/>
                  </a:lnTo>
                  <a:cubicBezTo>
                    <a:pt x="50800" y="2219706"/>
                    <a:pt x="111379" y="2279777"/>
                    <a:pt x="186944" y="2279777"/>
                  </a:cubicBezTo>
                  <a:lnTo>
                    <a:pt x="10543921" y="2279777"/>
                  </a:lnTo>
                  <a:cubicBezTo>
                    <a:pt x="10619486" y="2279777"/>
                    <a:pt x="10680064" y="2219706"/>
                    <a:pt x="10680064" y="2146427"/>
                  </a:cubicBezTo>
                  <a:lnTo>
                    <a:pt x="10680064" y="184150"/>
                  </a:lnTo>
                  <a:cubicBezTo>
                    <a:pt x="10680064" y="110871"/>
                    <a:pt x="10619486" y="50800"/>
                    <a:pt x="10543921" y="50800"/>
                  </a:cubicBezTo>
                  <a:lnTo>
                    <a:pt x="186944" y="50800"/>
                  </a:lnTo>
                  <a:lnTo>
                    <a:pt x="186944" y="25400"/>
                  </a:lnTo>
                  <a:lnTo>
                    <a:pt x="186944" y="50800"/>
                  </a:lnTo>
                  <a:cubicBezTo>
                    <a:pt x="111379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607306" y="629528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Duration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07306" y="6841627"/>
            <a:ext cx="7366845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02/04/2026 – 30/04/2026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744200" y="0"/>
            <a:ext cx="7543800" cy="10287000"/>
            <a:chOff x="0" y="0"/>
            <a:chExt cx="100584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058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027062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Project 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2640806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Introduction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3300565"/>
            <a:ext cx="4376890" cy="191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Student satisfaction is essential for evaluating educational quality. Raw student survey data is often messy and difficult to analyze.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5370166"/>
            <a:ext cx="4376890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This project transforms survey data into meaningful insights through: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6986140"/>
            <a:ext cx="4376890" cy="2117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Data Cleaning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Backend API Development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Interactive Dashboard Visualization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70397" y="2640806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Goal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70397" y="3300565"/>
            <a:ext cx="4376890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To create a full-stack analytics system for student satisfaction monitoring.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30326" y="720928"/>
            <a:ext cx="6645326" cy="897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26" y="1689202"/>
            <a:ext cx="4819355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Challenges in Existing System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30326" y="2652932"/>
            <a:ext cx="132902" cy="132902"/>
            <a:chOff x="0" y="0"/>
            <a:chExt cx="177203" cy="1772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7292" cy="177292"/>
            </a:xfrm>
            <a:custGeom>
              <a:avLst/>
              <a:gdLst/>
              <a:ahLst/>
              <a:cxnLst/>
              <a:rect r="r" b="b" t="t" l="l"/>
              <a:pathLst>
                <a:path h="177292" w="177292">
                  <a:moveTo>
                    <a:pt x="0" y="88646"/>
                  </a:moveTo>
                  <a:cubicBezTo>
                    <a:pt x="0" y="39624"/>
                    <a:pt x="39624" y="0"/>
                    <a:pt x="88646" y="0"/>
                  </a:cubicBezTo>
                  <a:cubicBezTo>
                    <a:pt x="137668" y="0"/>
                    <a:pt x="177292" y="39624"/>
                    <a:pt x="177292" y="88646"/>
                  </a:cubicBezTo>
                  <a:cubicBezTo>
                    <a:pt x="177292" y="137668"/>
                    <a:pt x="137668" y="177292"/>
                    <a:pt x="88646" y="177292"/>
                  </a:cubicBezTo>
                  <a:cubicBezTo>
                    <a:pt x="39624" y="177292"/>
                    <a:pt x="0" y="137541"/>
                    <a:pt x="0" y="886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12364" y="2430666"/>
            <a:ext cx="16045310" cy="48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Missing values in survey data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0326" y="3563169"/>
            <a:ext cx="132902" cy="132902"/>
            <a:chOff x="0" y="0"/>
            <a:chExt cx="177203" cy="1772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7292" cy="177292"/>
            </a:xfrm>
            <a:custGeom>
              <a:avLst/>
              <a:gdLst/>
              <a:ahLst/>
              <a:cxnLst/>
              <a:rect r="r" b="b" t="t" l="l"/>
              <a:pathLst>
                <a:path h="177292" w="177292">
                  <a:moveTo>
                    <a:pt x="0" y="88646"/>
                  </a:moveTo>
                  <a:cubicBezTo>
                    <a:pt x="0" y="39624"/>
                    <a:pt x="39624" y="0"/>
                    <a:pt x="88646" y="0"/>
                  </a:cubicBezTo>
                  <a:cubicBezTo>
                    <a:pt x="137668" y="0"/>
                    <a:pt x="177292" y="39624"/>
                    <a:pt x="177292" y="88646"/>
                  </a:cubicBezTo>
                  <a:cubicBezTo>
                    <a:pt x="177292" y="137668"/>
                    <a:pt x="137668" y="177292"/>
                    <a:pt x="88646" y="177292"/>
                  </a:cubicBezTo>
                  <a:cubicBezTo>
                    <a:pt x="39624" y="177292"/>
                    <a:pt x="0" y="137541"/>
                    <a:pt x="0" y="886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12364" y="3340894"/>
            <a:ext cx="16045310" cy="48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Duplicate records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30326" y="4473397"/>
            <a:ext cx="132902" cy="132902"/>
            <a:chOff x="0" y="0"/>
            <a:chExt cx="177203" cy="1772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7292" cy="177292"/>
            </a:xfrm>
            <a:custGeom>
              <a:avLst/>
              <a:gdLst/>
              <a:ahLst/>
              <a:cxnLst/>
              <a:rect r="r" b="b" t="t" l="l"/>
              <a:pathLst>
                <a:path h="177292" w="177292">
                  <a:moveTo>
                    <a:pt x="0" y="88646"/>
                  </a:moveTo>
                  <a:cubicBezTo>
                    <a:pt x="0" y="39624"/>
                    <a:pt x="39624" y="0"/>
                    <a:pt x="88646" y="0"/>
                  </a:cubicBezTo>
                  <a:cubicBezTo>
                    <a:pt x="137668" y="0"/>
                    <a:pt x="177292" y="39624"/>
                    <a:pt x="177292" y="88646"/>
                  </a:cubicBezTo>
                  <a:cubicBezTo>
                    <a:pt x="177292" y="137668"/>
                    <a:pt x="137668" y="177292"/>
                    <a:pt x="88646" y="177292"/>
                  </a:cubicBezTo>
                  <a:cubicBezTo>
                    <a:pt x="39624" y="177292"/>
                    <a:pt x="0" y="137541"/>
                    <a:pt x="0" y="886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12364" y="4251122"/>
            <a:ext cx="16045310" cy="48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Inconsistent formatting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0326" y="5383635"/>
            <a:ext cx="132902" cy="132902"/>
            <a:chOff x="0" y="0"/>
            <a:chExt cx="177203" cy="1772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7292" cy="177292"/>
            </a:xfrm>
            <a:custGeom>
              <a:avLst/>
              <a:gdLst/>
              <a:ahLst/>
              <a:cxnLst/>
              <a:rect r="r" b="b" t="t" l="l"/>
              <a:pathLst>
                <a:path h="177292" w="177292">
                  <a:moveTo>
                    <a:pt x="0" y="88646"/>
                  </a:moveTo>
                  <a:cubicBezTo>
                    <a:pt x="0" y="39624"/>
                    <a:pt x="39624" y="0"/>
                    <a:pt x="88646" y="0"/>
                  </a:cubicBezTo>
                  <a:cubicBezTo>
                    <a:pt x="137668" y="0"/>
                    <a:pt x="177292" y="39624"/>
                    <a:pt x="177292" y="88646"/>
                  </a:cubicBezTo>
                  <a:cubicBezTo>
                    <a:pt x="177292" y="137668"/>
                    <a:pt x="137668" y="177292"/>
                    <a:pt x="88646" y="177292"/>
                  </a:cubicBezTo>
                  <a:cubicBezTo>
                    <a:pt x="39624" y="177292"/>
                    <a:pt x="0" y="137541"/>
                    <a:pt x="0" y="886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12364" y="5161359"/>
            <a:ext cx="16045310" cy="48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Manual Excel analysis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0326" y="6293863"/>
            <a:ext cx="132902" cy="132902"/>
            <a:chOff x="0" y="0"/>
            <a:chExt cx="177203" cy="1772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7292" cy="177292"/>
            </a:xfrm>
            <a:custGeom>
              <a:avLst/>
              <a:gdLst/>
              <a:ahLst/>
              <a:cxnLst/>
              <a:rect r="r" b="b" t="t" l="l"/>
              <a:pathLst>
                <a:path h="177292" w="177292">
                  <a:moveTo>
                    <a:pt x="0" y="88646"/>
                  </a:moveTo>
                  <a:cubicBezTo>
                    <a:pt x="0" y="39624"/>
                    <a:pt x="39624" y="0"/>
                    <a:pt x="88646" y="0"/>
                  </a:cubicBezTo>
                  <a:cubicBezTo>
                    <a:pt x="137668" y="0"/>
                    <a:pt x="177292" y="39624"/>
                    <a:pt x="177292" y="88646"/>
                  </a:cubicBezTo>
                  <a:cubicBezTo>
                    <a:pt x="177292" y="137668"/>
                    <a:pt x="137668" y="177292"/>
                    <a:pt x="88646" y="177292"/>
                  </a:cubicBezTo>
                  <a:cubicBezTo>
                    <a:pt x="39624" y="177292"/>
                    <a:pt x="0" y="137541"/>
                    <a:pt x="0" y="886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12364" y="6071597"/>
            <a:ext cx="16045310" cy="48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Static reports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0326" y="7204100"/>
            <a:ext cx="132902" cy="132902"/>
            <a:chOff x="0" y="0"/>
            <a:chExt cx="177203" cy="1772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7292" cy="177292"/>
            </a:xfrm>
            <a:custGeom>
              <a:avLst/>
              <a:gdLst/>
              <a:ahLst/>
              <a:cxnLst/>
              <a:rect r="r" b="b" t="t" l="l"/>
              <a:pathLst>
                <a:path h="177292" w="177292">
                  <a:moveTo>
                    <a:pt x="0" y="88646"/>
                  </a:moveTo>
                  <a:cubicBezTo>
                    <a:pt x="0" y="39624"/>
                    <a:pt x="39624" y="0"/>
                    <a:pt x="88646" y="0"/>
                  </a:cubicBezTo>
                  <a:cubicBezTo>
                    <a:pt x="137668" y="0"/>
                    <a:pt x="177292" y="39624"/>
                    <a:pt x="177292" y="88646"/>
                  </a:cubicBezTo>
                  <a:cubicBezTo>
                    <a:pt x="177292" y="137668"/>
                    <a:pt x="137668" y="177292"/>
                    <a:pt x="88646" y="177292"/>
                  </a:cubicBezTo>
                  <a:cubicBezTo>
                    <a:pt x="39624" y="177292"/>
                    <a:pt x="0" y="137541"/>
                    <a:pt x="0" y="886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312364" y="6981825"/>
            <a:ext cx="16045310" cy="48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Limited decision-making support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30326" y="7750226"/>
            <a:ext cx="16427348" cy="1749028"/>
            <a:chOff x="0" y="0"/>
            <a:chExt cx="21903131" cy="23320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03181" cy="2331974"/>
            </a:xfrm>
            <a:custGeom>
              <a:avLst/>
              <a:gdLst/>
              <a:ahLst/>
              <a:cxnLst/>
              <a:rect r="r" b="b" t="t" l="l"/>
              <a:pathLst>
                <a:path h="2331974" w="21903181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21754337" y="0"/>
                  </a:lnTo>
                  <a:cubicBezTo>
                    <a:pt x="21836506" y="0"/>
                    <a:pt x="21903181" y="66675"/>
                    <a:pt x="21903181" y="148844"/>
                  </a:cubicBezTo>
                  <a:lnTo>
                    <a:pt x="21903181" y="2183130"/>
                  </a:lnTo>
                  <a:cubicBezTo>
                    <a:pt x="21903181" y="2265299"/>
                    <a:pt x="21836506" y="2331974"/>
                    <a:pt x="21754337" y="2331974"/>
                  </a:cubicBezTo>
                  <a:lnTo>
                    <a:pt x="148844" y="2331974"/>
                  </a:lnTo>
                  <a:cubicBezTo>
                    <a:pt x="66675" y="2331974"/>
                    <a:pt x="0" y="2265426"/>
                    <a:pt x="0" y="2183130"/>
                  </a:cubicBezTo>
                  <a:close/>
                </a:path>
              </a:pathLst>
            </a:custGeom>
            <a:solidFill>
              <a:srgbClr val="4B3F0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96130" y="8108452"/>
            <a:ext cx="415233" cy="332184"/>
            <a:chOff x="0" y="0"/>
            <a:chExt cx="553644" cy="442912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553593" cy="442849"/>
            </a:xfrm>
            <a:custGeom>
              <a:avLst/>
              <a:gdLst/>
              <a:ahLst/>
              <a:cxnLst/>
              <a:rect r="r" b="b" t="t" l="l"/>
              <a:pathLst>
                <a:path h="442849" w="553593">
                  <a:moveTo>
                    <a:pt x="0" y="0"/>
                  </a:moveTo>
                  <a:lnTo>
                    <a:pt x="553593" y="0"/>
                  </a:lnTo>
                  <a:lnTo>
                    <a:pt x="553593" y="442849"/>
                  </a:lnTo>
                  <a:lnTo>
                    <a:pt x="0" y="4428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86" t="0" r="-293" b="-14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877168" y="8037166"/>
            <a:ext cx="3322587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Core Problem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77168" y="8654053"/>
            <a:ext cx="15214702" cy="48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Raw educational survey data lacks structured analysis and interactive insights.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833562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Project Objectives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3338960"/>
            <a:ext cx="5254971" cy="2615508"/>
            <a:chOff x="0" y="0"/>
            <a:chExt cx="7006628" cy="34873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6993890" cy="3474593"/>
            </a:xfrm>
            <a:custGeom>
              <a:avLst/>
              <a:gdLst/>
              <a:ahLst/>
              <a:cxnLst/>
              <a:rect r="r" b="b" t="t" l="l"/>
              <a:pathLst>
                <a:path h="3474593" w="6993890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6834886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3315843"/>
                  </a:lnTo>
                  <a:cubicBezTo>
                    <a:pt x="6993890" y="3403600"/>
                    <a:pt x="6922643" y="3474593"/>
                    <a:pt x="6834759" y="3474593"/>
                  </a:cubicBezTo>
                  <a:lnTo>
                    <a:pt x="159131" y="3474593"/>
                  </a:lnTo>
                  <a:cubicBezTo>
                    <a:pt x="71247" y="3474593"/>
                    <a:pt x="0" y="3403600"/>
                    <a:pt x="0" y="3315843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06717" cy="3487293"/>
            </a:xfrm>
            <a:custGeom>
              <a:avLst/>
              <a:gdLst/>
              <a:ahLst/>
              <a:cxnLst/>
              <a:rect r="r" b="b" t="t" l="l"/>
              <a:pathLst>
                <a:path h="3487293" w="7006717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6841236" y="0"/>
                  </a:lnTo>
                  <a:lnTo>
                    <a:pt x="6841236" y="6350"/>
                  </a:lnTo>
                  <a:lnTo>
                    <a:pt x="6841236" y="0"/>
                  </a:lnTo>
                  <a:cubicBezTo>
                    <a:pt x="6932549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3322193"/>
                  </a:lnTo>
                  <a:lnTo>
                    <a:pt x="7000367" y="3322193"/>
                  </a:lnTo>
                  <a:lnTo>
                    <a:pt x="7006717" y="3322193"/>
                  </a:lnTo>
                  <a:cubicBezTo>
                    <a:pt x="7006717" y="3413379"/>
                    <a:pt x="6932676" y="3487293"/>
                    <a:pt x="6841236" y="3487293"/>
                  </a:cubicBezTo>
                  <a:lnTo>
                    <a:pt x="6841236" y="3480943"/>
                  </a:lnTo>
                  <a:lnTo>
                    <a:pt x="6841236" y="3487293"/>
                  </a:lnTo>
                  <a:lnTo>
                    <a:pt x="165481" y="3487293"/>
                  </a:lnTo>
                  <a:lnTo>
                    <a:pt x="165481" y="3480943"/>
                  </a:lnTo>
                  <a:lnTo>
                    <a:pt x="165481" y="3487293"/>
                  </a:lnTo>
                  <a:cubicBezTo>
                    <a:pt x="74168" y="3487293"/>
                    <a:pt x="0" y="3413379"/>
                    <a:pt x="0" y="3322193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322193"/>
                  </a:lnTo>
                  <a:lnTo>
                    <a:pt x="6350" y="3322193"/>
                  </a:lnTo>
                  <a:lnTo>
                    <a:pt x="12700" y="3322193"/>
                  </a:lnTo>
                  <a:cubicBezTo>
                    <a:pt x="12700" y="3406394"/>
                    <a:pt x="81026" y="3474593"/>
                    <a:pt x="165481" y="3474593"/>
                  </a:cubicBezTo>
                  <a:lnTo>
                    <a:pt x="6841236" y="3474593"/>
                  </a:lnTo>
                  <a:cubicBezTo>
                    <a:pt x="6925564" y="3474593"/>
                    <a:pt x="6994017" y="3406394"/>
                    <a:pt x="6994017" y="3322193"/>
                  </a:cubicBezTo>
                  <a:lnTo>
                    <a:pt x="6994017" y="165100"/>
                  </a:lnTo>
                  <a:cubicBezTo>
                    <a:pt x="6994017" y="80899"/>
                    <a:pt x="6925691" y="12700"/>
                    <a:pt x="6841236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85284" y="3636759"/>
            <a:ext cx="850554" cy="850554"/>
            <a:chOff x="0" y="0"/>
            <a:chExt cx="1134072" cy="1134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519238" y="3870569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0975" r="0" b="-10975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85284" y="4732734"/>
            <a:ext cx="465936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Clean and preprocess raw Excel data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16443" y="3338960"/>
            <a:ext cx="5254971" cy="2615508"/>
            <a:chOff x="0" y="0"/>
            <a:chExt cx="7006628" cy="34873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6993890" cy="3474593"/>
            </a:xfrm>
            <a:custGeom>
              <a:avLst/>
              <a:gdLst/>
              <a:ahLst/>
              <a:cxnLst/>
              <a:rect r="r" b="b" t="t" l="l"/>
              <a:pathLst>
                <a:path h="3474593" w="6993890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6834886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3315843"/>
                  </a:lnTo>
                  <a:cubicBezTo>
                    <a:pt x="6993890" y="3403600"/>
                    <a:pt x="6922643" y="3474593"/>
                    <a:pt x="6834759" y="3474593"/>
                  </a:cubicBezTo>
                  <a:lnTo>
                    <a:pt x="159131" y="3474593"/>
                  </a:lnTo>
                  <a:cubicBezTo>
                    <a:pt x="71247" y="3474593"/>
                    <a:pt x="0" y="3403600"/>
                    <a:pt x="0" y="3315843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06717" cy="3487293"/>
            </a:xfrm>
            <a:custGeom>
              <a:avLst/>
              <a:gdLst/>
              <a:ahLst/>
              <a:cxnLst/>
              <a:rect r="r" b="b" t="t" l="l"/>
              <a:pathLst>
                <a:path h="3487293" w="7006717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6841236" y="0"/>
                  </a:lnTo>
                  <a:lnTo>
                    <a:pt x="6841236" y="6350"/>
                  </a:lnTo>
                  <a:lnTo>
                    <a:pt x="6841236" y="0"/>
                  </a:lnTo>
                  <a:cubicBezTo>
                    <a:pt x="6932549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3322193"/>
                  </a:lnTo>
                  <a:lnTo>
                    <a:pt x="7000367" y="3322193"/>
                  </a:lnTo>
                  <a:lnTo>
                    <a:pt x="7006717" y="3322193"/>
                  </a:lnTo>
                  <a:cubicBezTo>
                    <a:pt x="7006717" y="3413379"/>
                    <a:pt x="6932676" y="3487293"/>
                    <a:pt x="6841236" y="3487293"/>
                  </a:cubicBezTo>
                  <a:lnTo>
                    <a:pt x="6841236" y="3480943"/>
                  </a:lnTo>
                  <a:lnTo>
                    <a:pt x="6841236" y="3487293"/>
                  </a:lnTo>
                  <a:lnTo>
                    <a:pt x="165481" y="3487293"/>
                  </a:lnTo>
                  <a:lnTo>
                    <a:pt x="165481" y="3480943"/>
                  </a:lnTo>
                  <a:lnTo>
                    <a:pt x="165481" y="3487293"/>
                  </a:lnTo>
                  <a:cubicBezTo>
                    <a:pt x="74168" y="3487293"/>
                    <a:pt x="0" y="3413379"/>
                    <a:pt x="0" y="3322193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322193"/>
                  </a:lnTo>
                  <a:lnTo>
                    <a:pt x="6350" y="3322193"/>
                  </a:lnTo>
                  <a:lnTo>
                    <a:pt x="12700" y="3322193"/>
                  </a:lnTo>
                  <a:cubicBezTo>
                    <a:pt x="12700" y="3406394"/>
                    <a:pt x="81026" y="3474593"/>
                    <a:pt x="165481" y="3474593"/>
                  </a:cubicBezTo>
                  <a:lnTo>
                    <a:pt x="6841236" y="3474593"/>
                  </a:lnTo>
                  <a:cubicBezTo>
                    <a:pt x="6925564" y="3474593"/>
                    <a:pt x="6994017" y="3406394"/>
                    <a:pt x="6994017" y="3322193"/>
                  </a:cubicBezTo>
                  <a:lnTo>
                    <a:pt x="6994017" y="165100"/>
                  </a:lnTo>
                  <a:cubicBezTo>
                    <a:pt x="6994017" y="80899"/>
                    <a:pt x="6925691" y="12700"/>
                    <a:pt x="6841236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814242" y="3636759"/>
            <a:ext cx="850554" cy="850554"/>
            <a:chOff x="0" y="0"/>
            <a:chExt cx="1134072" cy="11340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7048205" y="3870569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7316" r="0" b="-7318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814242" y="4732734"/>
            <a:ext cx="465936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Transform messy data into structured format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45401" y="3338960"/>
            <a:ext cx="5254971" cy="2615508"/>
            <a:chOff x="0" y="0"/>
            <a:chExt cx="7006628" cy="34873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" y="6350"/>
              <a:ext cx="6993890" cy="3474593"/>
            </a:xfrm>
            <a:custGeom>
              <a:avLst/>
              <a:gdLst/>
              <a:ahLst/>
              <a:cxnLst/>
              <a:rect r="r" b="b" t="t" l="l"/>
              <a:pathLst>
                <a:path h="3474593" w="6993890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6834886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3315843"/>
                  </a:lnTo>
                  <a:cubicBezTo>
                    <a:pt x="6993890" y="3403600"/>
                    <a:pt x="6922643" y="3474593"/>
                    <a:pt x="6834759" y="3474593"/>
                  </a:cubicBezTo>
                  <a:lnTo>
                    <a:pt x="159131" y="3474593"/>
                  </a:lnTo>
                  <a:cubicBezTo>
                    <a:pt x="71247" y="3474593"/>
                    <a:pt x="0" y="3403600"/>
                    <a:pt x="0" y="3315843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06717" cy="3487293"/>
            </a:xfrm>
            <a:custGeom>
              <a:avLst/>
              <a:gdLst/>
              <a:ahLst/>
              <a:cxnLst/>
              <a:rect r="r" b="b" t="t" l="l"/>
              <a:pathLst>
                <a:path h="3487293" w="7006717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6841236" y="0"/>
                  </a:lnTo>
                  <a:lnTo>
                    <a:pt x="6841236" y="6350"/>
                  </a:lnTo>
                  <a:lnTo>
                    <a:pt x="6841236" y="0"/>
                  </a:lnTo>
                  <a:cubicBezTo>
                    <a:pt x="6932549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3322193"/>
                  </a:lnTo>
                  <a:lnTo>
                    <a:pt x="7000367" y="3322193"/>
                  </a:lnTo>
                  <a:lnTo>
                    <a:pt x="7006717" y="3322193"/>
                  </a:lnTo>
                  <a:cubicBezTo>
                    <a:pt x="7006717" y="3413379"/>
                    <a:pt x="6932676" y="3487293"/>
                    <a:pt x="6841236" y="3487293"/>
                  </a:cubicBezTo>
                  <a:lnTo>
                    <a:pt x="6841236" y="3480943"/>
                  </a:lnTo>
                  <a:lnTo>
                    <a:pt x="6841236" y="3487293"/>
                  </a:lnTo>
                  <a:lnTo>
                    <a:pt x="165481" y="3487293"/>
                  </a:lnTo>
                  <a:lnTo>
                    <a:pt x="165481" y="3480943"/>
                  </a:lnTo>
                  <a:lnTo>
                    <a:pt x="165481" y="3487293"/>
                  </a:lnTo>
                  <a:cubicBezTo>
                    <a:pt x="74168" y="3487293"/>
                    <a:pt x="0" y="3413379"/>
                    <a:pt x="0" y="3322193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322193"/>
                  </a:lnTo>
                  <a:lnTo>
                    <a:pt x="6350" y="3322193"/>
                  </a:lnTo>
                  <a:lnTo>
                    <a:pt x="12700" y="3322193"/>
                  </a:lnTo>
                  <a:cubicBezTo>
                    <a:pt x="12700" y="3406394"/>
                    <a:pt x="81026" y="3474593"/>
                    <a:pt x="165481" y="3474593"/>
                  </a:cubicBezTo>
                  <a:lnTo>
                    <a:pt x="6841236" y="3474593"/>
                  </a:lnTo>
                  <a:cubicBezTo>
                    <a:pt x="6925564" y="3474593"/>
                    <a:pt x="6994017" y="3406394"/>
                    <a:pt x="6994017" y="3322193"/>
                  </a:cubicBezTo>
                  <a:lnTo>
                    <a:pt x="6994017" y="165100"/>
                  </a:lnTo>
                  <a:cubicBezTo>
                    <a:pt x="6994017" y="80899"/>
                    <a:pt x="6925691" y="12700"/>
                    <a:pt x="6841236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343209" y="3636759"/>
            <a:ext cx="850554" cy="850554"/>
            <a:chOff x="0" y="0"/>
            <a:chExt cx="1134072" cy="11340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2577172" y="3870569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343209" y="4732734"/>
            <a:ext cx="465936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Build Flask APIs for dynamic analytics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87476" y="6228455"/>
            <a:ext cx="8019459" cy="2172595"/>
            <a:chOff x="0" y="0"/>
            <a:chExt cx="10692613" cy="289679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6350" y="6350"/>
              <a:ext cx="10679938" cy="2884043"/>
            </a:xfrm>
            <a:custGeom>
              <a:avLst/>
              <a:gdLst/>
              <a:ahLst/>
              <a:cxnLst/>
              <a:rect r="r" b="b" t="t" l="l"/>
              <a:pathLst>
                <a:path h="2884043" w="10679938">
                  <a:moveTo>
                    <a:pt x="0" y="158750"/>
                  </a:moveTo>
                  <a:cubicBezTo>
                    <a:pt x="0" y="71120"/>
                    <a:pt x="71374" y="0"/>
                    <a:pt x="159258" y="0"/>
                  </a:cubicBezTo>
                  <a:lnTo>
                    <a:pt x="10520680" y="0"/>
                  </a:lnTo>
                  <a:cubicBezTo>
                    <a:pt x="10608691" y="0"/>
                    <a:pt x="10679938" y="71120"/>
                    <a:pt x="10679938" y="158750"/>
                  </a:cubicBezTo>
                  <a:lnTo>
                    <a:pt x="10679938" y="2725293"/>
                  </a:lnTo>
                  <a:cubicBezTo>
                    <a:pt x="10679938" y="2812923"/>
                    <a:pt x="10608564" y="2884043"/>
                    <a:pt x="10520680" y="2884043"/>
                  </a:cubicBezTo>
                  <a:lnTo>
                    <a:pt x="159258" y="2884043"/>
                  </a:lnTo>
                  <a:cubicBezTo>
                    <a:pt x="71374" y="2884043"/>
                    <a:pt x="0" y="2813050"/>
                    <a:pt x="0" y="2725293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92638" cy="2896743"/>
            </a:xfrm>
            <a:custGeom>
              <a:avLst/>
              <a:gdLst/>
              <a:ahLst/>
              <a:cxnLst/>
              <a:rect r="r" b="b" t="t" l="l"/>
              <a:pathLst>
                <a:path h="2896743" w="10692638">
                  <a:moveTo>
                    <a:pt x="0" y="165100"/>
                  </a:moveTo>
                  <a:cubicBezTo>
                    <a:pt x="0" y="73914"/>
                    <a:pt x="74168" y="0"/>
                    <a:pt x="165608" y="0"/>
                  </a:cubicBezTo>
                  <a:lnTo>
                    <a:pt x="10527030" y="0"/>
                  </a:lnTo>
                  <a:lnTo>
                    <a:pt x="10527030" y="6350"/>
                  </a:lnTo>
                  <a:lnTo>
                    <a:pt x="10527030" y="0"/>
                  </a:lnTo>
                  <a:cubicBezTo>
                    <a:pt x="10618470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2731643"/>
                  </a:lnTo>
                  <a:lnTo>
                    <a:pt x="10686288" y="2731643"/>
                  </a:lnTo>
                  <a:lnTo>
                    <a:pt x="10692638" y="2731643"/>
                  </a:lnTo>
                  <a:cubicBezTo>
                    <a:pt x="10692638" y="2822829"/>
                    <a:pt x="10618470" y="2896743"/>
                    <a:pt x="10527030" y="2896743"/>
                  </a:cubicBezTo>
                  <a:lnTo>
                    <a:pt x="10527030" y="2890393"/>
                  </a:lnTo>
                  <a:lnTo>
                    <a:pt x="10527030" y="2896743"/>
                  </a:lnTo>
                  <a:lnTo>
                    <a:pt x="165608" y="2896743"/>
                  </a:lnTo>
                  <a:lnTo>
                    <a:pt x="165608" y="2890393"/>
                  </a:lnTo>
                  <a:lnTo>
                    <a:pt x="165608" y="2896743"/>
                  </a:lnTo>
                  <a:cubicBezTo>
                    <a:pt x="74168" y="2896743"/>
                    <a:pt x="0" y="2822829"/>
                    <a:pt x="0" y="2731643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731643"/>
                  </a:lnTo>
                  <a:lnTo>
                    <a:pt x="6350" y="2731643"/>
                  </a:lnTo>
                  <a:lnTo>
                    <a:pt x="12700" y="2731643"/>
                  </a:lnTo>
                  <a:cubicBezTo>
                    <a:pt x="12700" y="2815844"/>
                    <a:pt x="81153" y="2884043"/>
                    <a:pt x="165608" y="2884043"/>
                  </a:cubicBezTo>
                  <a:lnTo>
                    <a:pt x="10527030" y="2884043"/>
                  </a:lnTo>
                  <a:cubicBezTo>
                    <a:pt x="10611486" y="2884043"/>
                    <a:pt x="10679938" y="2815844"/>
                    <a:pt x="10679938" y="2731643"/>
                  </a:cubicBezTo>
                  <a:lnTo>
                    <a:pt x="10679938" y="165100"/>
                  </a:lnTo>
                  <a:cubicBezTo>
                    <a:pt x="10679938" y="80899"/>
                    <a:pt x="10611486" y="12700"/>
                    <a:pt x="10527030" y="12700"/>
                  </a:cubicBezTo>
                  <a:lnTo>
                    <a:pt x="165608" y="12700"/>
                  </a:lnTo>
                  <a:lnTo>
                    <a:pt x="165608" y="6350"/>
                  </a:lnTo>
                  <a:lnTo>
                    <a:pt x="165608" y="12700"/>
                  </a:lnTo>
                  <a:cubicBezTo>
                    <a:pt x="81153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85284" y="6526263"/>
            <a:ext cx="850554" cy="850554"/>
            <a:chOff x="0" y="0"/>
            <a:chExt cx="1134072" cy="11340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33" id="33" descr="preencoded.png"/>
          <p:cNvSpPr/>
          <p:nvPr/>
        </p:nvSpPr>
        <p:spPr>
          <a:xfrm flipH="false" flipV="false" rot="0">
            <a:off x="1519238" y="6760073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4879" t="0" r="-4876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285284" y="7622229"/>
            <a:ext cx="526717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Develop responsive dashboard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280922" y="6228455"/>
            <a:ext cx="8019459" cy="2172595"/>
            <a:chOff x="0" y="0"/>
            <a:chExt cx="10692613" cy="28967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350" y="6350"/>
              <a:ext cx="10679938" cy="2884043"/>
            </a:xfrm>
            <a:custGeom>
              <a:avLst/>
              <a:gdLst/>
              <a:ahLst/>
              <a:cxnLst/>
              <a:rect r="r" b="b" t="t" l="l"/>
              <a:pathLst>
                <a:path h="2884043" w="10679938">
                  <a:moveTo>
                    <a:pt x="0" y="158750"/>
                  </a:moveTo>
                  <a:cubicBezTo>
                    <a:pt x="0" y="71120"/>
                    <a:pt x="71374" y="0"/>
                    <a:pt x="159258" y="0"/>
                  </a:cubicBezTo>
                  <a:lnTo>
                    <a:pt x="10520680" y="0"/>
                  </a:lnTo>
                  <a:cubicBezTo>
                    <a:pt x="10608691" y="0"/>
                    <a:pt x="10679938" y="71120"/>
                    <a:pt x="10679938" y="158750"/>
                  </a:cubicBezTo>
                  <a:lnTo>
                    <a:pt x="10679938" y="2725293"/>
                  </a:lnTo>
                  <a:cubicBezTo>
                    <a:pt x="10679938" y="2812923"/>
                    <a:pt x="10608564" y="2884043"/>
                    <a:pt x="10520680" y="2884043"/>
                  </a:cubicBezTo>
                  <a:lnTo>
                    <a:pt x="159258" y="2884043"/>
                  </a:lnTo>
                  <a:cubicBezTo>
                    <a:pt x="71374" y="2884043"/>
                    <a:pt x="0" y="2813050"/>
                    <a:pt x="0" y="2725293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692638" cy="2896743"/>
            </a:xfrm>
            <a:custGeom>
              <a:avLst/>
              <a:gdLst/>
              <a:ahLst/>
              <a:cxnLst/>
              <a:rect r="r" b="b" t="t" l="l"/>
              <a:pathLst>
                <a:path h="2896743" w="10692638">
                  <a:moveTo>
                    <a:pt x="0" y="165100"/>
                  </a:moveTo>
                  <a:cubicBezTo>
                    <a:pt x="0" y="73914"/>
                    <a:pt x="74168" y="0"/>
                    <a:pt x="165608" y="0"/>
                  </a:cubicBezTo>
                  <a:lnTo>
                    <a:pt x="10527030" y="0"/>
                  </a:lnTo>
                  <a:lnTo>
                    <a:pt x="10527030" y="6350"/>
                  </a:lnTo>
                  <a:lnTo>
                    <a:pt x="10527030" y="0"/>
                  </a:lnTo>
                  <a:cubicBezTo>
                    <a:pt x="10618470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2731643"/>
                  </a:lnTo>
                  <a:lnTo>
                    <a:pt x="10686288" y="2731643"/>
                  </a:lnTo>
                  <a:lnTo>
                    <a:pt x="10692638" y="2731643"/>
                  </a:lnTo>
                  <a:cubicBezTo>
                    <a:pt x="10692638" y="2822829"/>
                    <a:pt x="10618470" y="2896743"/>
                    <a:pt x="10527030" y="2896743"/>
                  </a:cubicBezTo>
                  <a:lnTo>
                    <a:pt x="10527030" y="2890393"/>
                  </a:lnTo>
                  <a:lnTo>
                    <a:pt x="10527030" y="2896743"/>
                  </a:lnTo>
                  <a:lnTo>
                    <a:pt x="165608" y="2896743"/>
                  </a:lnTo>
                  <a:lnTo>
                    <a:pt x="165608" y="2890393"/>
                  </a:lnTo>
                  <a:lnTo>
                    <a:pt x="165608" y="2896743"/>
                  </a:lnTo>
                  <a:cubicBezTo>
                    <a:pt x="74168" y="2896743"/>
                    <a:pt x="0" y="2822829"/>
                    <a:pt x="0" y="2731643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731643"/>
                  </a:lnTo>
                  <a:lnTo>
                    <a:pt x="6350" y="2731643"/>
                  </a:lnTo>
                  <a:lnTo>
                    <a:pt x="12700" y="2731643"/>
                  </a:lnTo>
                  <a:cubicBezTo>
                    <a:pt x="12700" y="2815844"/>
                    <a:pt x="81153" y="2884043"/>
                    <a:pt x="165608" y="2884043"/>
                  </a:cubicBezTo>
                  <a:lnTo>
                    <a:pt x="10527030" y="2884043"/>
                  </a:lnTo>
                  <a:cubicBezTo>
                    <a:pt x="10611486" y="2884043"/>
                    <a:pt x="10679938" y="2815844"/>
                    <a:pt x="10679938" y="2731643"/>
                  </a:cubicBezTo>
                  <a:lnTo>
                    <a:pt x="10679938" y="165100"/>
                  </a:lnTo>
                  <a:cubicBezTo>
                    <a:pt x="10679938" y="80899"/>
                    <a:pt x="10611486" y="12700"/>
                    <a:pt x="10527030" y="12700"/>
                  </a:cubicBezTo>
                  <a:lnTo>
                    <a:pt x="165608" y="12700"/>
                  </a:lnTo>
                  <a:lnTo>
                    <a:pt x="165608" y="6350"/>
                  </a:lnTo>
                  <a:lnTo>
                    <a:pt x="165608" y="12700"/>
                  </a:lnTo>
                  <a:cubicBezTo>
                    <a:pt x="81153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578731" y="6526263"/>
            <a:ext cx="850554" cy="850554"/>
            <a:chOff x="0" y="0"/>
            <a:chExt cx="1134072" cy="113407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0" id="40" descr="preencoded.png"/>
          <p:cNvSpPr/>
          <p:nvPr/>
        </p:nvSpPr>
        <p:spPr>
          <a:xfrm flipH="false" flipV="false" rot="0">
            <a:off x="9812684" y="6760073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8293" r="0" b="-18291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9578731" y="7622229"/>
            <a:ext cx="7065912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Generate actionable institutional insights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36869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Project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95530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Who Can Use It?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238" y="2861520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999" r="0" b="-200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92238" y="3886495"/>
            <a:ext cx="3902421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College administrators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321108" y="2861520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321108" y="3886495"/>
            <a:ext cx="4166292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Placement departments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992238" y="4934541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92238" y="5959526"/>
            <a:ext cx="4010177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Academic coordinators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321108" y="4934541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7999" r="0" b="-1800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321108" y="5959526"/>
            <a:ext cx="4813849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Student welfare committees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6827634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Impact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7629077"/>
            <a:ext cx="16303523" cy="166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Better decision-making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Improved campus services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Student-centric institutional planning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9217" y="665407"/>
            <a:ext cx="8201473" cy="86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4999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Tools &amp; Technologies Used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84930" y="1976885"/>
            <a:ext cx="8156972" cy="3698824"/>
            <a:chOff x="0" y="0"/>
            <a:chExt cx="10875962" cy="49317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050" y="19050"/>
              <a:ext cx="10837926" cy="4893691"/>
            </a:xfrm>
            <a:custGeom>
              <a:avLst/>
              <a:gdLst/>
              <a:ahLst/>
              <a:cxnLst/>
              <a:rect r="r" b="b" t="t" l="l"/>
              <a:pathLst>
                <a:path h="4893691" w="10837926">
                  <a:moveTo>
                    <a:pt x="0" y="143891"/>
                  </a:moveTo>
                  <a:cubicBezTo>
                    <a:pt x="0" y="64389"/>
                    <a:pt x="64643" y="0"/>
                    <a:pt x="144526" y="0"/>
                  </a:cubicBezTo>
                  <a:lnTo>
                    <a:pt x="10693400" y="0"/>
                  </a:lnTo>
                  <a:cubicBezTo>
                    <a:pt x="10773156" y="0"/>
                    <a:pt x="10837926" y="64389"/>
                    <a:pt x="10837926" y="143891"/>
                  </a:cubicBezTo>
                  <a:lnTo>
                    <a:pt x="10837926" y="4749800"/>
                  </a:lnTo>
                  <a:cubicBezTo>
                    <a:pt x="10837926" y="4829302"/>
                    <a:pt x="10773283" y="4893691"/>
                    <a:pt x="10693400" y="4893691"/>
                  </a:cubicBezTo>
                  <a:lnTo>
                    <a:pt x="144526" y="4893691"/>
                  </a:lnTo>
                  <a:cubicBezTo>
                    <a:pt x="64770" y="4893691"/>
                    <a:pt x="0" y="4829302"/>
                    <a:pt x="0" y="4749800"/>
                  </a:cubicBez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76026" cy="4931791"/>
            </a:xfrm>
            <a:custGeom>
              <a:avLst/>
              <a:gdLst/>
              <a:ahLst/>
              <a:cxnLst/>
              <a:rect r="r" b="b" t="t" l="l"/>
              <a:pathLst>
                <a:path h="4931791" w="10876026">
                  <a:moveTo>
                    <a:pt x="0" y="162941"/>
                  </a:moveTo>
                  <a:cubicBezTo>
                    <a:pt x="0" y="72898"/>
                    <a:pt x="73279" y="0"/>
                    <a:pt x="163576" y="0"/>
                  </a:cubicBezTo>
                  <a:lnTo>
                    <a:pt x="10712450" y="0"/>
                  </a:lnTo>
                  <a:lnTo>
                    <a:pt x="10712450" y="19050"/>
                  </a:lnTo>
                  <a:lnTo>
                    <a:pt x="10712450" y="0"/>
                  </a:lnTo>
                  <a:cubicBezTo>
                    <a:pt x="10802747" y="0"/>
                    <a:pt x="10876026" y="72898"/>
                    <a:pt x="10876026" y="162941"/>
                  </a:cubicBezTo>
                  <a:lnTo>
                    <a:pt x="10856976" y="162941"/>
                  </a:lnTo>
                  <a:lnTo>
                    <a:pt x="10876026" y="162941"/>
                  </a:lnTo>
                  <a:lnTo>
                    <a:pt x="10876026" y="4768850"/>
                  </a:lnTo>
                  <a:lnTo>
                    <a:pt x="10856976" y="4768850"/>
                  </a:lnTo>
                  <a:lnTo>
                    <a:pt x="10876026" y="4768850"/>
                  </a:lnTo>
                  <a:cubicBezTo>
                    <a:pt x="10876026" y="4858893"/>
                    <a:pt x="10802747" y="4931791"/>
                    <a:pt x="10712450" y="4931791"/>
                  </a:cubicBezTo>
                  <a:lnTo>
                    <a:pt x="10712450" y="4912741"/>
                  </a:lnTo>
                  <a:lnTo>
                    <a:pt x="10712450" y="4931791"/>
                  </a:lnTo>
                  <a:lnTo>
                    <a:pt x="163576" y="4931791"/>
                  </a:lnTo>
                  <a:lnTo>
                    <a:pt x="163576" y="4912741"/>
                  </a:lnTo>
                  <a:lnTo>
                    <a:pt x="163576" y="4931791"/>
                  </a:lnTo>
                  <a:cubicBezTo>
                    <a:pt x="73279" y="4931791"/>
                    <a:pt x="0" y="4858893"/>
                    <a:pt x="0" y="4768850"/>
                  </a:cubicBezTo>
                  <a:lnTo>
                    <a:pt x="0" y="162941"/>
                  </a:lnTo>
                  <a:lnTo>
                    <a:pt x="19050" y="162941"/>
                  </a:lnTo>
                  <a:lnTo>
                    <a:pt x="0" y="162941"/>
                  </a:lnTo>
                  <a:moveTo>
                    <a:pt x="38100" y="162941"/>
                  </a:moveTo>
                  <a:lnTo>
                    <a:pt x="38100" y="4768850"/>
                  </a:lnTo>
                  <a:lnTo>
                    <a:pt x="19050" y="4768850"/>
                  </a:lnTo>
                  <a:lnTo>
                    <a:pt x="38100" y="4768850"/>
                  </a:lnTo>
                  <a:cubicBezTo>
                    <a:pt x="38100" y="4837684"/>
                    <a:pt x="94234" y="4893691"/>
                    <a:pt x="163576" y="4893691"/>
                  </a:cubicBezTo>
                  <a:lnTo>
                    <a:pt x="10712450" y="4893691"/>
                  </a:lnTo>
                  <a:cubicBezTo>
                    <a:pt x="10781792" y="4893691"/>
                    <a:pt x="10837926" y="4837684"/>
                    <a:pt x="10837926" y="4768850"/>
                  </a:cubicBezTo>
                  <a:lnTo>
                    <a:pt x="10837926" y="162941"/>
                  </a:lnTo>
                  <a:cubicBezTo>
                    <a:pt x="10837926" y="94107"/>
                    <a:pt x="10781792" y="38100"/>
                    <a:pt x="10712450" y="38100"/>
                  </a:cubicBezTo>
                  <a:lnTo>
                    <a:pt x="163576" y="38100"/>
                  </a:lnTo>
                  <a:lnTo>
                    <a:pt x="163576" y="19050"/>
                  </a:lnTo>
                  <a:lnTo>
                    <a:pt x="163576" y="38100"/>
                  </a:lnTo>
                  <a:cubicBezTo>
                    <a:pt x="94234" y="38100"/>
                    <a:pt x="38100" y="94107"/>
                    <a:pt x="38100" y="162941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27792" y="2019748"/>
            <a:ext cx="8071247" cy="770782"/>
            <a:chOff x="0" y="0"/>
            <a:chExt cx="10761662" cy="10277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61599" cy="1027684"/>
            </a:xfrm>
            <a:custGeom>
              <a:avLst/>
              <a:gdLst/>
              <a:ahLst/>
              <a:cxnLst/>
              <a:rect r="r" b="b" t="t" l="l"/>
              <a:pathLst>
                <a:path h="1027684" w="10761599">
                  <a:moveTo>
                    <a:pt x="0" y="98171"/>
                  </a:moveTo>
                  <a:cubicBezTo>
                    <a:pt x="0" y="43942"/>
                    <a:pt x="43942" y="0"/>
                    <a:pt x="98171" y="0"/>
                  </a:cubicBezTo>
                  <a:lnTo>
                    <a:pt x="10663428" y="0"/>
                  </a:lnTo>
                  <a:cubicBezTo>
                    <a:pt x="10717657" y="0"/>
                    <a:pt x="10761599" y="43942"/>
                    <a:pt x="10761599" y="98171"/>
                  </a:cubicBezTo>
                  <a:lnTo>
                    <a:pt x="10761599" y="929513"/>
                  </a:lnTo>
                  <a:cubicBezTo>
                    <a:pt x="10761599" y="983742"/>
                    <a:pt x="10717657" y="1027684"/>
                    <a:pt x="10663428" y="1027684"/>
                  </a:cubicBezTo>
                  <a:lnTo>
                    <a:pt x="98171" y="1027684"/>
                  </a:lnTo>
                  <a:cubicBezTo>
                    <a:pt x="43942" y="1027684"/>
                    <a:pt x="0" y="983742"/>
                    <a:pt x="0" y="929513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4770682" y="2207714"/>
            <a:ext cx="385315" cy="385315"/>
          </a:xfrm>
          <a:custGeom>
            <a:avLst/>
            <a:gdLst/>
            <a:ahLst/>
            <a:cxnLst/>
            <a:rect r="r" b="b" t="t" l="l"/>
            <a:pathLst>
              <a:path h="385315" w="385315">
                <a:moveTo>
                  <a:pt x="0" y="0"/>
                </a:moveTo>
                <a:lnTo>
                  <a:pt x="385315" y="0"/>
                </a:lnTo>
                <a:lnTo>
                  <a:pt x="385315" y="385315"/>
                </a:lnTo>
                <a:lnTo>
                  <a:pt x="0" y="3853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317" r="0" b="-7317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84672" y="2994717"/>
            <a:ext cx="3211859" cy="429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Data Cleaning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4672" y="3497609"/>
            <a:ext cx="7557497" cy="1878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062"/>
              </a:lnSpc>
              <a:buFont typeface="Arial"/>
              <a:buChar char="•"/>
            </a:pPr>
            <a:r>
              <a:rPr lang="en-US" sz="200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Python</a:t>
            </a:r>
          </a:p>
          <a:p>
            <a:pPr algn="l" marL="301625" indent="-150812" lvl="1">
              <a:lnSpc>
                <a:spcPts val="3062"/>
              </a:lnSpc>
              <a:buFont typeface="Arial"/>
              <a:buChar char="•"/>
            </a:pPr>
            <a:r>
              <a:rPr lang="en-US" sz="200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Pandas</a:t>
            </a:r>
          </a:p>
          <a:p>
            <a:pPr algn="l" marL="301625" indent="-150812" lvl="1">
              <a:lnSpc>
                <a:spcPts val="3062"/>
              </a:lnSpc>
              <a:buFont typeface="Arial"/>
              <a:buChar char="•"/>
            </a:pPr>
            <a:r>
              <a:rPr lang="en-US" sz="200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NumPy</a:t>
            </a:r>
          </a:p>
          <a:p>
            <a:pPr algn="l" marL="301625" indent="-150812" lvl="1">
              <a:lnSpc>
                <a:spcPts val="3062"/>
              </a:lnSpc>
              <a:buFont typeface="Arial"/>
              <a:buChar char="•"/>
            </a:pPr>
            <a:r>
              <a:rPr lang="en-US" sz="200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OpenPyXL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46098" y="1976885"/>
            <a:ext cx="8156972" cy="3698824"/>
            <a:chOff x="0" y="0"/>
            <a:chExt cx="10875962" cy="49317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9050" y="19050"/>
              <a:ext cx="10837926" cy="4893691"/>
            </a:xfrm>
            <a:custGeom>
              <a:avLst/>
              <a:gdLst/>
              <a:ahLst/>
              <a:cxnLst/>
              <a:rect r="r" b="b" t="t" l="l"/>
              <a:pathLst>
                <a:path h="4893691" w="10837926">
                  <a:moveTo>
                    <a:pt x="0" y="143891"/>
                  </a:moveTo>
                  <a:cubicBezTo>
                    <a:pt x="0" y="64389"/>
                    <a:pt x="64643" y="0"/>
                    <a:pt x="144526" y="0"/>
                  </a:cubicBezTo>
                  <a:lnTo>
                    <a:pt x="10693400" y="0"/>
                  </a:lnTo>
                  <a:cubicBezTo>
                    <a:pt x="10773156" y="0"/>
                    <a:pt x="10837926" y="64389"/>
                    <a:pt x="10837926" y="143891"/>
                  </a:cubicBezTo>
                  <a:lnTo>
                    <a:pt x="10837926" y="4749800"/>
                  </a:lnTo>
                  <a:cubicBezTo>
                    <a:pt x="10837926" y="4829302"/>
                    <a:pt x="10773283" y="4893691"/>
                    <a:pt x="10693400" y="4893691"/>
                  </a:cubicBezTo>
                  <a:lnTo>
                    <a:pt x="144526" y="4893691"/>
                  </a:lnTo>
                  <a:cubicBezTo>
                    <a:pt x="64770" y="4893691"/>
                    <a:pt x="0" y="4829302"/>
                    <a:pt x="0" y="4749800"/>
                  </a:cubicBez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76026" cy="4931791"/>
            </a:xfrm>
            <a:custGeom>
              <a:avLst/>
              <a:gdLst/>
              <a:ahLst/>
              <a:cxnLst/>
              <a:rect r="r" b="b" t="t" l="l"/>
              <a:pathLst>
                <a:path h="4931791" w="10876026">
                  <a:moveTo>
                    <a:pt x="0" y="162941"/>
                  </a:moveTo>
                  <a:cubicBezTo>
                    <a:pt x="0" y="72898"/>
                    <a:pt x="73279" y="0"/>
                    <a:pt x="163576" y="0"/>
                  </a:cubicBezTo>
                  <a:lnTo>
                    <a:pt x="10712450" y="0"/>
                  </a:lnTo>
                  <a:lnTo>
                    <a:pt x="10712450" y="19050"/>
                  </a:lnTo>
                  <a:lnTo>
                    <a:pt x="10712450" y="0"/>
                  </a:lnTo>
                  <a:cubicBezTo>
                    <a:pt x="10802747" y="0"/>
                    <a:pt x="10876026" y="72898"/>
                    <a:pt x="10876026" y="162941"/>
                  </a:cubicBezTo>
                  <a:lnTo>
                    <a:pt x="10856976" y="162941"/>
                  </a:lnTo>
                  <a:lnTo>
                    <a:pt x="10876026" y="162941"/>
                  </a:lnTo>
                  <a:lnTo>
                    <a:pt x="10876026" y="4768850"/>
                  </a:lnTo>
                  <a:lnTo>
                    <a:pt x="10856976" y="4768850"/>
                  </a:lnTo>
                  <a:lnTo>
                    <a:pt x="10876026" y="4768850"/>
                  </a:lnTo>
                  <a:cubicBezTo>
                    <a:pt x="10876026" y="4858893"/>
                    <a:pt x="10802747" y="4931791"/>
                    <a:pt x="10712450" y="4931791"/>
                  </a:cubicBezTo>
                  <a:lnTo>
                    <a:pt x="10712450" y="4912741"/>
                  </a:lnTo>
                  <a:lnTo>
                    <a:pt x="10712450" y="4931791"/>
                  </a:lnTo>
                  <a:lnTo>
                    <a:pt x="163576" y="4931791"/>
                  </a:lnTo>
                  <a:lnTo>
                    <a:pt x="163576" y="4912741"/>
                  </a:lnTo>
                  <a:lnTo>
                    <a:pt x="163576" y="4931791"/>
                  </a:lnTo>
                  <a:cubicBezTo>
                    <a:pt x="73279" y="4931791"/>
                    <a:pt x="0" y="4858893"/>
                    <a:pt x="0" y="4768850"/>
                  </a:cubicBezTo>
                  <a:lnTo>
                    <a:pt x="0" y="162941"/>
                  </a:lnTo>
                  <a:lnTo>
                    <a:pt x="19050" y="162941"/>
                  </a:lnTo>
                  <a:lnTo>
                    <a:pt x="0" y="162941"/>
                  </a:lnTo>
                  <a:moveTo>
                    <a:pt x="38100" y="162941"/>
                  </a:moveTo>
                  <a:lnTo>
                    <a:pt x="38100" y="4768850"/>
                  </a:lnTo>
                  <a:lnTo>
                    <a:pt x="19050" y="4768850"/>
                  </a:lnTo>
                  <a:lnTo>
                    <a:pt x="38100" y="4768850"/>
                  </a:lnTo>
                  <a:cubicBezTo>
                    <a:pt x="38100" y="4837684"/>
                    <a:pt x="94234" y="4893691"/>
                    <a:pt x="163576" y="4893691"/>
                  </a:cubicBezTo>
                  <a:lnTo>
                    <a:pt x="10712450" y="4893691"/>
                  </a:lnTo>
                  <a:cubicBezTo>
                    <a:pt x="10781792" y="4893691"/>
                    <a:pt x="10837926" y="4837684"/>
                    <a:pt x="10837926" y="4768850"/>
                  </a:cubicBezTo>
                  <a:lnTo>
                    <a:pt x="10837926" y="162941"/>
                  </a:lnTo>
                  <a:cubicBezTo>
                    <a:pt x="10837926" y="94107"/>
                    <a:pt x="10781792" y="38100"/>
                    <a:pt x="10712450" y="38100"/>
                  </a:cubicBezTo>
                  <a:lnTo>
                    <a:pt x="163576" y="38100"/>
                  </a:lnTo>
                  <a:lnTo>
                    <a:pt x="163576" y="19050"/>
                  </a:lnTo>
                  <a:lnTo>
                    <a:pt x="163576" y="38100"/>
                  </a:lnTo>
                  <a:cubicBezTo>
                    <a:pt x="94234" y="38100"/>
                    <a:pt x="38100" y="94107"/>
                    <a:pt x="38100" y="162941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288961" y="2019748"/>
            <a:ext cx="8071247" cy="770782"/>
            <a:chOff x="0" y="0"/>
            <a:chExt cx="10761662" cy="10277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61599" cy="1027684"/>
            </a:xfrm>
            <a:custGeom>
              <a:avLst/>
              <a:gdLst/>
              <a:ahLst/>
              <a:cxnLst/>
              <a:rect r="r" b="b" t="t" l="l"/>
              <a:pathLst>
                <a:path h="1027684" w="10761599">
                  <a:moveTo>
                    <a:pt x="0" y="98171"/>
                  </a:moveTo>
                  <a:cubicBezTo>
                    <a:pt x="0" y="43942"/>
                    <a:pt x="43942" y="0"/>
                    <a:pt x="98171" y="0"/>
                  </a:cubicBezTo>
                  <a:lnTo>
                    <a:pt x="10663428" y="0"/>
                  </a:lnTo>
                  <a:cubicBezTo>
                    <a:pt x="10717657" y="0"/>
                    <a:pt x="10761599" y="43942"/>
                    <a:pt x="10761599" y="98171"/>
                  </a:cubicBezTo>
                  <a:lnTo>
                    <a:pt x="10761599" y="929513"/>
                  </a:lnTo>
                  <a:cubicBezTo>
                    <a:pt x="10761599" y="983742"/>
                    <a:pt x="10717657" y="1027684"/>
                    <a:pt x="10663428" y="1027684"/>
                  </a:cubicBezTo>
                  <a:lnTo>
                    <a:pt x="98171" y="1027684"/>
                  </a:lnTo>
                  <a:cubicBezTo>
                    <a:pt x="43942" y="1027684"/>
                    <a:pt x="0" y="983742"/>
                    <a:pt x="0" y="929513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13131851" y="2207714"/>
            <a:ext cx="385315" cy="385315"/>
          </a:xfrm>
          <a:custGeom>
            <a:avLst/>
            <a:gdLst/>
            <a:ahLst/>
            <a:cxnLst/>
            <a:rect r="r" b="b" t="t" l="l"/>
            <a:pathLst>
              <a:path h="385315" w="385315">
                <a:moveTo>
                  <a:pt x="0" y="0"/>
                </a:moveTo>
                <a:lnTo>
                  <a:pt x="385315" y="0"/>
                </a:lnTo>
                <a:lnTo>
                  <a:pt x="385315" y="385315"/>
                </a:lnTo>
                <a:lnTo>
                  <a:pt x="0" y="3853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658" t="0" r="-3658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545841" y="2994717"/>
            <a:ext cx="3211859" cy="429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Backend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45841" y="3497609"/>
            <a:ext cx="7557497" cy="931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062"/>
              </a:lnSpc>
              <a:buFont typeface="Arial"/>
              <a:buChar char="•"/>
            </a:pPr>
            <a:r>
              <a:rPr lang="en-US" sz="200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Flask</a:t>
            </a:r>
          </a:p>
          <a:p>
            <a:pPr algn="l" marL="301625" indent="-150812" lvl="1">
              <a:lnSpc>
                <a:spcPts val="3062"/>
              </a:lnSpc>
              <a:buFont typeface="Arial"/>
              <a:buChar char="•"/>
            </a:pPr>
            <a:r>
              <a:rPr lang="en-US" sz="200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Flask-CORS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84930" y="5879897"/>
            <a:ext cx="8156972" cy="3698824"/>
            <a:chOff x="0" y="0"/>
            <a:chExt cx="10875962" cy="49317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9050" y="19050"/>
              <a:ext cx="10837926" cy="4893691"/>
            </a:xfrm>
            <a:custGeom>
              <a:avLst/>
              <a:gdLst/>
              <a:ahLst/>
              <a:cxnLst/>
              <a:rect r="r" b="b" t="t" l="l"/>
              <a:pathLst>
                <a:path h="4893691" w="10837926">
                  <a:moveTo>
                    <a:pt x="0" y="143891"/>
                  </a:moveTo>
                  <a:cubicBezTo>
                    <a:pt x="0" y="64389"/>
                    <a:pt x="64643" y="0"/>
                    <a:pt x="144526" y="0"/>
                  </a:cubicBezTo>
                  <a:lnTo>
                    <a:pt x="10693400" y="0"/>
                  </a:lnTo>
                  <a:cubicBezTo>
                    <a:pt x="10773156" y="0"/>
                    <a:pt x="10837926" y="64389"/>
                    <a:pt x="10837926" y="143891"/>
                  </a:cubicBezTo>
                  <a:lnTo>
                    <a:pt x="10837926" y="4749800"/>
                  </a:lnTo>
                  <a:cubicBezTo>
                    <a:pt x="10837926" y="4829302"/>
                    <a:pt x="10773283" y="4893691"/>
                    <a:pt x="10693400" y="4893691"/>
                  </a:cubicBezTo>
                  <a:lnTo>
                    <a:pt x="144526" y="4893691"/>
                  </a:lnTo>
                  <a:cubicBezTo>
                    <a:pt x="64770" y="4893691"/>
                    <a:pt x="0" y="4829302"/>
                    <a:pt x="0" y="4749800"/>
                  </a:cubicBez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876026" cy="4931791"/>
            </a:xfrm>
            <a:custGeom>
              <a:avLst/>
              <a:gdLst/>
              <a:ahLst/>
              <a:cxnLst/>
              <a:rect r="r" b="b" t="t" l="l"/>
              <a:pathLst>
                <a:path h="4931791" w="10876026">
                  <a:moveTo>
                    <a:pt x="0" y="162941"/>
                  </a:moveTo>
                  <a:cubicBezTo>
                    <a:pt x="0" y="72898"/>
                    <a:pt x="73279" y="0"/>
                    <a:pt x="163576" y="0"/>
                  </a:cubicBezTo>
                  <a:lnTo>
                    <a:pt x="10712450" y="0"/>
                  </a:lnTo>
                  <a:lnTo>
                    <a:pt x="10712450" y="19050"/>
                  </a:lnTo>
                  <a:lnTo>
                    <a:pt x="10712450" y="0"/>
                  </a:lnTo>
                  <a:cubicBezTo>
                    <a:pt x="10802747" y="0"/>
                    <a:pt x="10876026" y="72898"/>
                    <a:pt x="10876026" y="162941"/>
                  </a:cubicBezTo>
                  <a:lnTo>
                    <a:pt x="10856976" y="162941"/>
                  </a:lnTo>
                  <a:lnTo>
                    <a:pt x="10876026" y="162941"/>
                  </a:lnTo>
                  <a:lnTo>
                    <a:pt x="10876026" y="4768850"/>
                  </a:lnTo>
                  <a:lnTo>
                    <a:pt x="10856976" y="4768850"/>
                  </a:lnTo>
                  <a:lnTo>
                    <a:pt x="10876026" y="4768850"/>
                  </a:lnTo>
                  <a:cubicBezTo>
                    <a:pt x="10876026" y="4858893"/>
                    <a:pt x="10802747" y="4931791"/>
                    <a:pt x="10712450" y="4931791"/>
                  </a:cubicBezTo>
                  <a:lnTo>
                    <a:pt x="10712450" y="4912741"/>
                  </a:lnTo>
                  <a:lnTo>
                    <a:pt x="10712450" y="4931791"/>
                  </a:lnTo>
                  <a:lnTo>
                    <a:pt x="163576" y="4931791"/>
                  </a:lnTo>
                  <a:lnTo>
                    <a:pt x="163576" y="4912741"/>
                  </a:lnTo>
                  <a:lnTo>
                    <a:pt x="163576" y="4931791"/>
                  </a:lnTo>
                  <a:cubicBezTo>
                    <a:pt x="73279" y="4931791"/>
                    <a:pt x="0" y="4858893"/>
                    <a:pt x="0" y="4768850"/>
                  </a:cubicBezTo>
                  <a:lnTo>
                    <a:pt x="0" y="162941"/>
                  </a:lnTo>
                  <a:lnTo>
                    <a:pt x="19050" y="162941"/>
                  </a:lnTo>
                  <a:lnTo>
                    <a:pt x="0" y="162941"/>
                  </a:lnTo>
                  <a:moveTo>
                    <a:pt x="38100" y="162941"/>
                  </a:moveTo>
                  <a:lnTo>
                    <a:pt x="38100" y="4768850"/>
                  </a:lnTo>
                  <a:lnTo>
                    <a:pt x="19050" y="4768850"/>
                  </a:lnTo>
                  <a:lnTo>
                    <a:pt x="38100" y="4768850"/>
                  </a:lnTo>
                  <a:cubicBezTo>
                    <a:pt x="38100" y="4837684"/>
                    <a:pt x="94234" y="4893691"/>
                    <a:pt x="163576" y="4893691"/>
                  </a:cubicBezTo>
                  <a:lnTo>
                    <a:pt x="10712450" y="4893691"/>
                  </a:lnTo>
                  <a:cubicBezTo>
                    <a:pt x="10781792" y="4893691"/>
                    <a:pt x="10837926" y="4837684"/>
                    <a:pt x="10837926" y="4768850"/>
                  </a:cubicBezTo>
                  <a:lnTo>
                    <a:pt x="10837926" y="162941"/>
                  </a:lnTo>
                  <a:cubicBezTo>
                    <a:pt x="10837926" y="94107"/>
                    <a:pt x="10781792" y="38100"/>
                    <a:pt x="10712450" y="38100"/>
                  </a:cubicBezTo>
                  <a:lnTo>
                    <a:pt x="163576" y="38100"/>
                  </a:lnTo>
                  <a:lnTo>
                    <a:pt x="163576" y="19050"/>
                  </a:lnTo>
                  <a:lnTo>
                    <a:pt x="163576" y="38100"/>
                  </a:lnTo>
                  <a:cubicBezTo>
                    <a:pt x="94234" y="38100"/>
                    <a:pt x="38100" y="94107"/>
                    <a:pt x="38100" y="162941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27792" y="5922759"/>
            <a:ext cx="8071247" cy="770782"/>
            <a:chOff x="0" y="0"/>
            <a:chExt cx="10761662" cy="102770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61599" cy="1027684"/>
            </a:xfrm>
            <a:custGeom>
              <a:avLst/>
              <a:gdLst/>
              <a:ahLst/>
              <a:cxnLst/>
              <a:rect r="r" b="b" t="t" l="l"/>
              <a:pathLst>
                <a:path h="1027684" w="10761599">
                  <a:moveTo>
                    <a:pt x="0" y="98171"/>
                  </a:moveTo>
                  <a:cubicBezTo>
                    <a:pt x="0" y="43942"/>
                    <a:pt x="43942" y="0"/>
                    <a:pt x="98171" y="0"/>
                  </a:cubicBezTo>
                  <a:lnTo>
                    <a:pt x="10663428" y="0"/>
                  </a:lnTo>
                  <a:cubicBezTo>
                    <a:pt x="10717657" y="0"/>
                    <a:pt x="10761599" y="43942"/>
                    <a:pt x="10761599" y="98171"/>
                  </a:cubicBezTo>
                  <a:lnTo>
                    <a:pt x="10761599" y="929513"/>
                  </a:lnTo>
                  <a:cubicBezTo>
                    <a:pt x="10761599" y="983742"/>
                    <a:pt x="10717657" y="1027684"/>
                    <a:pt x="10663428" y="1027684"/>
                  </a:cubicBezTo>
                  <a:lnTo>
                    <a:pt x="98171" y="1027684"/>
                  </a:lnTo>
                  <a:cubicBezTo>
                    <a:pt x="43942" y="1027684"/>
                    <a:pt x="0" y="983742"/>
                    <a:pt x="0" y="929513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4770682" y="6110735"/>
            <a:ext cx="385315" cy="385315"/>
          </a:xfrm>
          <a:custGeom>
            <a:avLst/>
            <a:gdLst/>
            <a:ahLst/>
            <a:cxnLst/>
            <a:rect r="r" b="b" t="t" l="l"/>
            <a:pathLst>
              <a:path h="385315" w="385315">
                <a:moveTo>
                  <a:pt x="0" y="0"/>
                </a:moveTo>
                <a:lnTo>
                  <a:pt x="385315" y="0"/>
                </a:lnTo>
                <a:lnTo>
                  <a:pt x="385315" y="385315"/>
                </a:lnTo>
                <a:lnTo>
                  <a:pt x="0" y="3853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877" t="0" r="-4879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184672" y="6897738"/>
            <a:ext cx="3211859" cy="429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Frontend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84672" y="7400630"/>
            <a:ext cx="7557497" cy="1878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062"/>
              </a:lnSpc>
              <a:buFont typeface="Arial"/>
              <a:buChar char="•"/>
            </a:pPr>
            <a:r>
              <a:rPr lang="en-US" sz="200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HTML</a:t>
            </a:r>
          </a:p>
          <a:p>
            <a:pPr algn="l" marL="301625" indent="-150812" lvl="1">
              <a:lnSpc>
                <a:spcPts val="3062"/>
              </a:lnSpc>
              <a:buFont typeface="Arial"/>
              <a:buChar char="•"/>
            </a:pPr>
            <a:r>
              <a:rPr lang="en-US" sz="200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CSS</a:t>
            </a:r>
          </a:p>
          <a:p>
            <a:pPr algn="l" marL="301625" indent="-150812" lvl="1">
              <a:lnSpc>
                <a:spcPts val="3062"/>
              </a:lnSpc>
              <a:buFont typeface="Arial"/>
              <a:buChar char="•"/>
            </a:pPr>
            <a:r>
              <a:rPr lang="en-US" sz="200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JavaScript</a:t>
            </a:r>
          </a:p>
          <a:p>
            <a:pPr algn="l" marL="301625" indent="-150812" lvl="1">
              <a:lnSpc>
                <a:spcPts val="3062"/>
              </a:lnSpc>
              <a:buFont typeface="Arial"/>
              <a:buChar char="•"/>
            </a:pPr>
            <a:r>
              <a:rPr lang="en-US" sz="200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Chart.js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246098" y="5879897"/>
            <a:ext cx="8156972" cy="3698824"/>
            <a:chOff x="0" y="0"/>
            <a:chExt cx="10875962" cy="493176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9050" y="19050"/>
              <a:ext cx="10837926" cy="4893691"/>
            </a:xfrm>
            <a:custGeom>
              <a:avLst/>
              <a:gdLst/>
              <a:ahLst/>
              <a:cxnLst/>
              <a:rect r="r" b="b" t="t" l="l"/>
              <a:pathLst>
                <a:path h="4893691" w="10837926">
                  <a:moveTo>
                    <a:pt x="0" y="143891"/>
                  </a:moveTo>
                  <a:cubicBezTo>
                    <a:pt x="0" y="64389"/>
                    <a:pt x="64643" y="0"/>
                    <a:pt x="144526" y="0"/>
                  </a:cubicBezTo>
                  <a:lnTo>
                    <a:pt x="10693400" y="0"/>
                  </a:lnTo>
                  <a:cubicBezTo>
                    <a:pt x="10773156" y="0"/>
                    <a:pt x="10837926" y="64389"/>
                    <a:pt x="10837926" y="143891"/>
                  </a:cubicBezTo>
                  <a:lnTo>
                    <a:pt x="10837926" y="4749800"/>
                  </a:lnTo>
                  <a:cubicBezTo>
                    <a:pt x="10837926" y="4829302"/>
                    <a:pt x="10773283" y="4893691"/>
                    <a:pt x="10693400" y="4893691"/>
                  </a:cubicBezTo>
                  <a:lnTo>
                    <a:pt x="144526" y="4893691"/>
                  </a:lnTo>
                  <a:cubicBezTo>
                    <a:pt x="64770" y="4893691"/>
                    <a:pt x="0" y="4829302"/>
                    <a:pt x="0" y="4749800"/>
                  </a:cubicBez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876026" cy="4931791"/>
            </a:xfrm>
            <a:custGeom>
              <a:avLst/>
              <a:gdLst/>
              <a:ahLst/>
              <a:cxnLst/>
              <a:rect r="r" b="b" t="t" l="l"/>
              <a:pathLst>
                <a:path h="4931791" w="10876026">
                  <a:moveTo>
                    <a:pt x="0" y="162941"/>
                  </a:moveTo>
                  <a:cubicBezTo>
                    <a:pt x="0" y="72898"/>
                    <a:pt x="73279" y="0"/>
                    <a:pt x="163576" y="0"/>
                  </a:cubicBezTo>
                  <a:lnTo>
                    <a:pt x="10712450" y="0"/>
                  </a:lnTo>
                  <a:lnTo>
                    <a:pt x="10712450" y="19050"/>
                  </a:lnTo>
                  <a:lnTo>
                    <a:pt x="10712450" y="0"/>
                  </a:lnTo>
                  <a:cubicBezTo>
                    <a:pt x="10802747" y="0"/>
                    <a:pt x="10876026" y="72898"/>
                    <a:pt x="10876026" y="162941"/>
                  </a:cubicBezTo>
                  <a:lnTo>
                    <a:pt x="10856976" y="162941"/>
                  </a:lnTo>
                  <a:lnTo>
                    <a:pt x="10876026" y="162941"/>
                  </a:lnTo>
                  <a:lnTo>
                    <a:pt x="10876026" y="4768850"/>
                  </a:lnTo>
                  <a:lnTo>
                    <a:pt x="10856976" y="4768850"/>
                  </a:lnTo>
                  <a:lnTo>
                    <a:pt x="10876026" y="4768850"/>
                  </a:lnTo>
                  <a:cubicBezTo>
                    <a:pt x="10876026" y="4858893"/>
                    <a:pt x="10802747" y="4931791"/>
                    <a:pt x="10712450" y="4931791"/>
                  </a:cubicBezTo>
                  <a:lnTo>
                    <a:pt x="10712450" y="4912741"/>
                  </a:lnTo>
                  <a:lnTo>
                    <a:pt x="10712450" y="4931791"/>
                  </a:lnTo>
                  <a:lnTo>
                    <a:pt x="163576" y="4931791"/>
                  </a:lnTo>
                  <a:lnTo>
                    <a:pt x="163576" y="4912741"/>
                  </a:lnTo>
                  <a:lnTo>
                    <a:pt x="163576" y="4931791"/>
                  </a:lnTo>
                  <a:cubicBezTo>
                    <a:pt x="73279" y="4931791"/>
                    <a:pt x="0" y="4858893"/>
                    <a:pt x="0" y="4768850"/>
                  </a:cubicBezTo>
                  <a:lnTo>
                    <a:pt x="0" y="162941"/>
                  </a:lnTo>
                  <a:lnTo>
                    <a:pt x="19050" y="162941"/>
                  </a:lnTo>
                  <a:lnTo>
                    <a:pt x="0" y="162941"/>
                  </a:lnTo>
                  <a:moveTo>
                    <a:pt x="38100" y="162941"/>
                  </a:moveTo>
                  <a:lnTo>
                    <a:pt x="38100" y="4768850"/>
                  </a:lnTo>
                  <a:lnTo>
                    <a:pt x="19050" y="4768850"/>
                  </a:lnTo>
                  <a:lnTo>
                    <a:pt x="38100" y="4768850"/>
                  </a:lnTo>
                  <a:cubicBezTo>
                    <a:pt x="38100" y="4837684"/>
                    <a:pt x="94234" y="4893691"/>
                    <a:pt x="163576" y="4893691"/>
                  </a:cubicBezTo>
                  <a:lnTo>
                    <a:pt x="10712450" y="4893691"/>
                  </a:lnTo>
                  <a:cubicBezTo>
                    <a:pt x="10781792" y="4893691"/>
                    <a:pt x="10837926" y="4837684"/>
                    <a:pt x="10837926" y="4768850"/>
                  </a:cubicBezTo>
                  <a:lnTo>
                    <a:pt x="10837926" y="162941"/>
                  </a:lnTo>
                  <a:cubicBezTo>
                    <a:pt x="10837926" y="94107"/>
                    <a:pt x="10781792" y="38100"/>
                    <a:pt x="10712450" y="38100"/>
                  </a:cubicBezTo>
                  <a:lnTo>
                    <a:pt x="163576" y="38100"/>
                  </a:lnTo>
                  <a:lnTo>
                    <a:pt x="163576" y="19050"/>
                  </a:lnTo>
                  <a:lnTo>
                    <a:pt x="163576" y="38100"/>
                  </a:lnTo>
                  <a:cubicBezTo>
                    <a:pt x="94234" y="38100"/>
                    <a:pt x="38100" y="94107"/>
                    <a:pt x="38100" y="162941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288961" y="5922759"/>
            <a:ext cx="8071247" cy="770782"/>
            <a:chOff x="0" y="0"/>
            <a:chExt cx="10761662" cy="102770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61599" cy="1027684"/>
            </a:xfrm>
            <a:custGeom>
              <a:avLst/>
              <a:gdLst/>
              <a:ahLst/>
              <a:cxnLst/>
              <a:rect r="r" b="b" t="t" l="l"/>
              <a:pathLst>
                <a:path h="1027684" w="10761599">
                  <a:moveTo>
                    <a:pt x="0" y="98171"/>
                  </a:moveTo>
                  <a:cubicBezTo>
                    <a:pt x="0" y="43942"/>
                    <a:pt x="43942" y="0"/>
                    <a:pt x="98171" y="0"/>
                  </a:cubicBezTo>
                  <a:lnTo>
                    <a:pt x="10663428" y="0"/>
                  </a:lnTo>
                  <a:cubicBezTo>
                    <a:pt x="10717657" y="0"/>
                    <a:pt x="10761599" y="43942"/>
                    <a:pt x="10761599" y="98171"/>
                  </a:cubicBezTo>
                  <a:lnTo>
                    <a:pt x="10761599" y="929513"/>
                  </a:lnTo>
                  <a:cubicBezTo>
                    <a:pt x="10761599" y="983742"/>
                    <a:pt x="10717657" y="1027684"/>
                    <a:pt x="10663428" y="1027684"/>
                  </a:cubicBezTo>
                  <a:lnTo>
                    <a:pt x="98171" y="1027684"/>
                  </a:lnTo>
                  <a:cubicBezTo>
                    <a:pt x="43942" y="1027684"/>
                    <a:pt x="0" y="983742"/>
                    <a:pt x="0" y="929513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</p:grpSp>
      <p:sp>
        <p:nvSpPr>
          <p:cNvPr name="Freeform 36" id="36" descr="preencoded.png"/>
          <p:cNvSpPr/>
          <p:nvPr/>
        </p:nvSpPr>
        <p:spPr>
          <a:xfrm flipH="false" flipV="false" rot="0">
            <a:off x="13131851" y="6110735"/>
            <a:ext cx="385315" cy="385315"/>
          </a:xfrm>
          <a:custGeom>
            <a:avLst/>
            <a:gdLst/>
            <a:ahLst/>
            <a:cxnLst/>
            <a:rect r="r" b="b" t="t" l="l"/>
            <a:pathLst>
              <a:path h="385315" w="385315">
                <a:moveTo>
                  <a:pt x="0" y="0"/>
                </a:moveTo>
                <a:lnTo>
                  <a:pt x="385315" y="0"/>
                </a:lnTo>
                <a:lnTo>
                  <a:pt x="385315" y="385315"/>
                </a:lnTo>
                <a:lnTo>
                  <a:pt x="0" y="3853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7317" t="0" r="-7317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9545841" y="6897738"/>
            <a:ext cx="3211859" cy="429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Development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545841" y="7400630"/>
            <a:ext cx="7557497" cy="931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062"/>
              </a:lnSpc>
              <a:buFont typeface="Arial"/>
              <a:buChar char="•"/>
            </a:pPr>
            <a:r>
              <a:rPr lang="en-US" sz="200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Jupyter Notebook</a:t>
            </a:r>
          </a:p>
          <a:p>
            <a:pPr algn="l" marL="301625" indent="-150812" lvl="1">
              <a:lnSpc>
                <a:spcPts val="3062"/>
              </a:lnSpc>
              <a:buFont typeface="Arial"/>
              <a:buChar char="•"/>
            </a:pPr>
            <a:r>
              <a:rPr lang="en-US" sz="200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VS Code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807521" y="547392"/>
            <a:ext cx="6809784" cy="70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7"/>
              </a:lnSpc>
            </a:pPr>
            <a:r>
              <a:rPr lang="en-US" sz="4124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Project Journey / Workflow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807521" y="1568948"/>
            <a:ext cx="1063228" cy="1275902"/>
            <a:chOff x="0" y="0"/>
            <a:chExt cx="1417638" cy="170120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417701" cy="1701165"/>
            </a:xfrm>
            <a:custGeom>
              <a:avLst/>
              <a:gdLst/>
              <a:ahLst/>
              <a:cxnLst/>
              <a:rect r="r" b="b" t="t" l="l"/>
              <a:pathLst>
                <a:path h="1701165" w="1417701">
                  <a:moveTo>
                    <a:pt x="0" y="0"/>
                  </a:moveTo>
                  <a:lnTo>
                    <a:pt x="1417701" y="0"/>
                  </a:lnTo>
                  <a:lnTo>
                    <a:pt x="1417701" y="1701165"/>
                  </a:lnTo>
                  <a:lnTo>
                    <a:pt x="0" y="1701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0" t="0" r="-146" b="-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030141" y="1762420"/>
            <a:ext cx="2658066" cy="35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Raw Excel Data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807521" y="2844851"/>
            <a:ext cx="1063228" cy="1275902"/>
            <a:chOff x="0" y="0"/>
            <a:chExt cx="1417638" cy="170120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417701" cy="1701165"/>
            </a:xfrm>
            <a:custGeom>
              <a:avLst/>
              <a:gdLst/>
              <a:ahLst/>
              <a:cxnLst/>
              <a:rect r="r" b="b" t="t" l="l"/>
              <a:pathLst>
                <a:path h="1701165" w="1417701">
                  <a:moveTo>
                    <a:pt x="0" y="0"/>
                  </a:moveTo>
                  <a:lnTo>
                    <a:pt x="1417701" y="0"/>
                  </a:lnTo>
                  <a:lnTo>
                    <a:pt x="1417701" y="1701165"/>
                  </a:lnTo>
                  <a:lnTo>
                    <a:pt x="0" y="1701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0" t="0" r="-146" b="-2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030141" y="3038323"/>
            <a:ext cx="4168531" cy="35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Data Cleaning &amp; Transformation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807521" y="4120753"/>
            <a:ext cx="1063228" cy="1275902"/>
            <a:chOff x="0" y="0"/>
            <a:chExt cx="1417638" cy="1701203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417701" cy="1701165"/>
            </a:xfrm>
            <a:custGeom>
              <a:avLst/>
              <a:gdLst/>
              <a:ahLst/>
              <a:cxnLst/>
              <a:rect r="r" b="b" t="t" l="l"/>
              <a:pathLst>
                <a:path h="1701165" w="1417701">
                  <a:moveTo>
                    <a:pt x="0" y="0"/>
                  </a:moveTo>
                  <a:lnTo>
                    <a:pt x="1417701" y="0"/>
                  </a:lnTo>
                  <a:lnTo>
                    <a:pt x="1417701" y="1701165"/>
                  </a:lnTo>
                  <a:lnTo>
                    <a:pt x="0" y="1701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50" t="0" r="-146" b="-2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3030141" y="4314234"/>
            <a:ext cx="2658066" cy="35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cleaned_data.xlsx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807521" y="5396655"/>
            <a:ext cx="1063228" cy="1275902"/>
            <a:chOff x="0" y="0"/>
            <a:chExt cx="1417638" cy="1701203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417701" cy="1701165"/>
            </a:xfrm>
            <a:custGeom>
              <a:avLst/>
              <a:gdLst/>
              <a:ahLst/>
              <a:cxnLst/>
              <a:rect r="r" b="b" t="t" l="l"/>
              <a:pathLst>
                <a:path h="1701165" w="1417701">
                  <a:moveTo>
                    <a:pt x="0" y="0"/>
                  </a:moveTo>
                  <a:lnTo>
                    <a:pt x="1417701" y="0"/>
                  </a:lnTo>
                  <a:lnTo>
                    <a:pt x="1417701" y="1701165"/>
                  </a:lnTo>
                  <a:lnTo>
                    <a:pt x="0" y="1701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50" t="0" r="-146" b="-2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3030141" y="5590137"/>
            <a:ext cx="2658066" cy="35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Flask Backend APIs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807521" y="6672558"/>
            <a:ext cx="1063228" cy="1275902"/>
            <a:chOff x="0" y="0"/>
            <a:chExt cx="1417638" cy="1701203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417701" cy="1701165"/>
            </a:xfrm>
            <a:custGeom>
              <a:avLst/>
              <a:gdLst/>
              <a:ahLst/>
              <a:cxnLst/>
              <a:rect r="r" b="b" t="t" l="l"/>
              <a:pathLst>
                <a:path h="1701165" w="1417701">
                  <a:moveTo>
                    <a:pt x="0" y="0"/>
                  </a:moveTo>
                  <a:lnTo>
                    <a:pt x="1417701" y="0"/>
                  </a:lnTo>
                  <a:lnTo>
                    <a:pt x="1417701" y="1701165"/>
                  </a:lnTo>
                  <a:lnTo>
                    <a:pt x="0" y="1701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50" t="0" r="-146" b="-2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3030141" y="6866039"/>
            <a:ext cx="2664323" cy="35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Frontend Dashboard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807521" y="7948460"/>
            <a:ext cx="1063228" cy="1275902"/>
            <a:chOff x="0" y="0"/>
            <a:chExt cx="1417638" cy="1701203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417701" cy="1701165"/>
            </a:xfrm>
            <a:custGeom>
              <a:avLst/>
              <a:gdLst/>
              <a:ahLst/>
              <a:cxnLst/>
              <a:rect r="r" b="b" t="t" l="l"/>
              <a:pathLst>
                <a:path h="1701165" w="1417701">
                  <a:moveTo>
                    <a:pt x="0" y="0"/>
                  </a:moveTo>
                  <a:lnTo>
                    <a:pt x="1417701" y="0"/>
                  </a:lnTo>
                  <a:lnTo>
                    <a:pt x="1417701" y="1701165"/>
                  </a:lnTo>
                  <a:lnTo>
                    <a:pt x="0" y="1701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50" t="0" r="-146" b="-2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3030141" y="8141941"/>
            <a:ext cx="2658066" cy="35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Insights &amp; Analytics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07521" y="9346559"/>
            <a:ext cx="14672815" cy="35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Key Journey:</a:t>
            </a:r>
            <a:r>
              <a:rPr lang="en-US" sz="1625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Data → Processing → Development → Visualization → Decision Support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820170"/>
            <a:ext cx="7827912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Data Cleaning Process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83860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Steps Performed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744811"/>
            <a:ext cx="567033" cy="354359"/>
            <a:chOff x="0" y="0"/>
            <a:chExt cx="756044" cy="4724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6047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7">
                  <a:moveTo>
                    <a:pt x="0" y="0"/>
                  </a:moveTo>
                  <a:lnTo>
                    <a:pt x="756047" y="0"/>
                  </a:lnTo>
                  <a:lnTo>
                    <a:pt x="756047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756044" cy="577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8F8F8F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2238" y="4188619"/>
            <a:ext cx="5245446" cy="38100"/>
            <a:chOff x="0" y="0"/>
            <a:chExt cx="6993928" cy="50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92238" y="4368403"/>
            <a:ext cx="3911651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Missing value handling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21206" y="3744811"/>
            <a:ext cx="567033" cy="354359"/>
            <a:chOff x="0" y="0"/>
            <a:chExt cx="756044" cy="4724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6047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7">
                  <a:moveTo>
                    <a:pt x="0" y="0"/>
                  </a:moveTo>
                  <a:lnTo>
                    <a:pt x="756047" y="0"/>
                  </a:lnTo>
                  <a:lnTo>
                    <a:pt x="756047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756044" cy="577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8F8F8F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21206" y="4188619"/>
            <a:ext cx="5245446" cy="38100"/>
            <a:chOff x="0" y="0"/>
            <a:chExt cx="6993928" cy="50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521206" y="4368403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Data type correction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050163" y="3744811"/>
            <a:ext cx="567033" cy="354359"/>
            <a:chOff x="0" y="0"/>
            <a:chExt cx="756044" cy="4724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6047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7">
                  <a:moveTo>
                    <a:pt x="0" y="0"/>
                  </a:moveTo>
                  <a:lnTo>
                    <a:pt x="756047" y="0"/>
                  </a:lnTo>
                  <a:lnTo>
                    <a:pt x="756047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04775"/>
              <a:ext cx="756044" cy="577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8F8F8F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050163" y="4188619"/>
            <a:ext cx="5245446" cy="38100"/>
            <a:chOff x="0" y="0"/>
            <a:chExt cx="6993928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050163" y="4368403"/>
            <a:ext cx="4397578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Category standardization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92238" y="5345459"/>
            <a:ext cx="567033" cy="354359"/>
            <a:chOff x="0" y="0"/>
            <a:chExt cx="756044" cy="4724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6047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7">
                  <a:moveTo>
                    <a:pt x="0" y="0"/>
                  </a:moveTo>
                  <a:lnTo>
                    <a:pt x="756047" y="0"/>
                  </a:lnTo>
                  <a:lnTo>
                    <a:pt x="756047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04775"/>
              <a:ext cx="756044" cy="577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8F8F8F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92238" y="5789266"/>
            <a:ext cx="8009934" cy="38100"/>
            <a:chOff x="0" y="0"/>
            <a:chExt cx="10679913" cy="50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92238" y="5969051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Duplicate removal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285684" y="5345459"/>
            <a:ext cx="567033" cy="354359"/>
            <a:chOff x="0" y="0"/>
            <a:chExt cx="756044" cy="47247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56047" cy="472480"/>
            </a:xfrm>
            <a:custGeom>
              <a:avLst/>
              <a:gdLst/>
              <a:ahLst/>
              <a:cxnLst/>
              <a:rect r="r" b="b" t="t" l="l"/>
              <a:pathLst>
                <a:path h="472480" w="756047">
                  <a:moveTo>
                    <a:pt x="0" y="0"/>
                  </a:moveTo>
                  <a:lnTo>
                    <a:pt x="756047" y="0"/>
                  </a:lnTo>
                  <a:lnTo>
                    <a:pt x="756047" y="472480"/>
                  </a:lnTo>
                  <a:lnTo>
                    <a:pt x="0" y="47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1" t="0" r="-3018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04775"/>
              <a:ext cx="756044" cy="577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8F8F8F"/>
                  </a:solidFill>
                  <a:latin typeface="Arimo"/>
                  <a:ea typeface="Arimo"/>
                  <a:cs typeface="Arimo"/>
                  <a:sym typeface="Arimo"/>
                </a:rPr>
                <a:t>05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285684" y="5789266"/>
            <a:ext cx="8009934" cy="38100"/>
            <a:chOff x="0" y="0"/>
            <a:chExt cx="10679913" cy="50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285684" y="5969051"/>
            <a:ext cx="4001538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Export cleaned dataset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2238" y="7049691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Output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92238" y="7851134"/>
            <a:ext cx="16303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cleaned_data.xlsx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002802"/>
            <a:ext cx="7770466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Backend Development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021234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Flask API Features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6" y="2922689"/>
            <a:ext cx="5254971" cy="1038520"/>
            <a:chOff x="0" y="0"/>
            <a:chExt cx="7006628" cy="13846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6994017" cy="1371981"/>
            </a:xfrm>
            <a:custGeom>
              <a:avLst/>
              <a:gdLst/>
              <a:ahLst/>
              <a:cxnLst/>
              <a:rect r="r" b="b" t="t" l="l"/>
              <a:pathLst>
                <a:path h="1371981" w="6994017">
                  <a:moveTo>
                    <a:pt x="0" y="158750"/>
                  </a:moveTo>
                  <a:cubicBezTo>
                    <a:pt x="0" y="71120"/>
                    <a:pt x="71628" y="0"/>
                    <a:pt x="160020" y="0"/>
                  </a:cubicBezTo>
                  <a:lnTo>
                    <a:pt x="6833997" y="0"/>
                  </a:lnTo>
                  <a:cubicBezTo>
                    <a:pt x="6922389" y="0"/>
                    <a:pt x="6994017" y="71120"/>
                    <a:pt x="6994017" y="158750"/>
                  </a:cubicBezTo>
                  <a:lnTo>
                    <a:pt x="6994017" y="1213231"/>
                  </a:lnTo>
                  <a:cubicBezTo>
                    <a:pt x="6994017" y="1300861"/>
                    <a:pt x="6922389" y="1371981"/>
                    <a:pt x="6833997" y="1371981"/>
                  </a:cubicBezTo>
                  <a:lnTo>
                    <a:pt x="160020" y="1371981"/>
                  </a:lnTo>
                  <a:cubicBezTo>
                    <a:pt x="71628" y="1371981"/>
                    <a:pt x="0" y="1300861"/>
                    <a:pt x="0" y="1213231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06717" cy="1384681"/>
            </a:xfrm>
            <a:custGeom>
              <a:avLst/>
              <a:gdLst/>
              <a:ahLst/>
              <a:cxnLst/>
              <a:rect r="r" b="b" t="t" l="l"/>
              <a:pathLst>
                <a:path h="1384681" w="7006717">
                  <a:moveTo>
                    <a:pt x="0" y="165100"/>
                  </a:moveTo>
                  <a:cubicBezTo>
                    <a:pt x="0" y="73914"/>
                    <a:pt x="74549" y="0"/>
                    <a:pt x="166370" y="0"/>
                  </a:cubicBezTo>
                  <a:lnTo>
                    <a:pt x="6840347" y="0"/>
                  </a:lnTo>
                  <a:lnTo>
                    <a:pt x="6840347" y="6350"/>
                  </a:lnTo>
                  <a:lnTo>
                    <a:pt x="6840347" y="0"/>
                  </a:lnTo>
                  <a:cubicBezTo>
                    <a:pt x="6932168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1219581"/>
                  </a:lnTo>
                  <a:lnTo>
                    <a:pt x="7000367" y="1219581"/>
                  </a:lnTo>
                  <a:lnTo>
                    <a:pt x="7006717" y="1219581"/>
                  </a:lnTo>
                  <a:cubicBezTo>
                    <a:pt x="7006717" y="1310767"/>
                    <a:pt x="6932168" y="1384681"/>
                    <a:pt x="6840347" y="1384681"/>
                  </a:cubicBezTo>
                  <a:lnTo>
                    <a:pt x="6840347" y="1378331"/>
                  </a:lnTo>
                  <a:lnTo>
                    <a:pt x="6840347" y="1384681"/>
                  </a:lnTo>
                  <a:lnTo>
                    <a:pt x="166370" y="1384681"/>
                  </a:lnTo>
                  <a:lnTo>
                    <a:pt x="166370" y="1378331"/>
                  </a:lnTo>
                  <a:lnTo>
                    <a:pt x="166370" y="1384681"/>
                  </a:lnTo>
                  <a:cubicBezTo>
                    <a:pt x="74549" y="1384681"/>
                    <a:pt x="0" y="1310767"/>
                    <a:pt x="0" y="121958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1219581"/>
                  </a:lnTo>
                  <a:lnTo>
                    <a:pt x="6350" y="1219581"/>
                  </a:lnTo>
                  <a:lnTo>
                    <a:pt x="12700" y="1219581"/>
                  </a:lnTo>
                  <a:cubicBezTo>
                    <a:pt x="12700" y="1303782"/>
                    <a:pt x="81407" y="1371981"/>
                    <a:pt x="166370" y="1371981"/>
                  </a:cubicBezTo>
                  <a:lnTo>
                    <a:pt x="6840347" y="1371981"/>
                  </a:lnTo>
                  <a:cubicBezTo>
                    <a:pt x="6925183" y="1371981"/>
                    <a:pt x="6994017" y="1303655"/>
                    <a:pt x="6994017" y="1219581"/>
                  </a:cubicBezTo>
                  <a:lnTo>
                    <a:pt x="6994017" y="165100"/>
                  </a:lnTo>
                  <a:cubicBezTo>
                    <a:pt x="6994017" y="80899"/>
                    <a:pt x="6925310" y="12700"/>
                    <a:pt x="6840347" y="12700"/>
                  </a:cubicBezTo>
                  <a:lnTo>
                    <a:pt x="166370" y="12700"/>
                  </a:lnTo>
                  <a:lnTo>
                    <a:pt x="166370" y="6350"/>
                  </a:lnTo>
                  <a:lnTo>
                    <a:pt x="166370" y="12700"/>
                  </a:lnTo>
                  <a:cubicBezTo>
                    <a:pt x="81407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85284" y="3182388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Filter APIs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16443" y="2922689"/>
            <a:ext cx="5254971" cy="1038520"/>
            <a:chOff x="0" y="0"/>
            <a:chExt cx="7006628" cy="13846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6994017" cy="1371981"/>
            </a:xfrm>
            <a:custGeom>
              <a:avLst/>
              <a:gdLst/>
              <a:ahLst/>
              <a:cxnLst/>
              <a:rect r="r" b="b" t="t" l="l"/>
              <a:pathLst>
                <a:path h="1371981" w="6994017">
                  <a:moveTo>
                    <a:pt x="0" y="158750"/>
                  </a:moveTo>
                  <a:cubicBezTo>
                    <a:pt x="0" y="71120"/>
                    <a:pt x="71628" y="0"/>
                    <a:pt x="160020" y="0"/>
                  </a:cubicBezTo>
                  <a:lnTo>
                    <a:pt x="6833997" y="0"/>
                  </a:lnTo>
                  <a:cubicBezTo>
                    <a:pt x="6922389" y="0"/>
                    <a:pt x="6994017" y="71120"/>
                    <a:pt x="6994017" y="158750"/>
                  </a:cubicBezTo>
                  <a:lnTo>
                    <a:pt x="6994017" y="1213231"/>
                  </a:lnTo>
                  <a:cubicBezTo>
                    <a:pt x="6994017" y="1300861"/>
                    <a:pt x="6922389" y="1371981"/>
                    <a:pt x="6833997" y="1371981"/>
                  </a:cubicBezTo>
                  <a:lnTo>
                    <a:pt x="160020" y="1371981"/>
                  </a:lnTo>
                  <a:cubicBezTo>
                    <a:pt x="71628" y="1371981"/>
                    <a:pt x="0" y="1300861"/>
                    <a:pt x="0" y="1213231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06717" cy="1384681"/>
            </a:xfrm>
            <a:custGeom>
              <a:avLst/>
              <a:gdLst/>
              <a:ahLst/>
              <a:cxnLst/>
              <a:rect r="r" b="b" t="t" l="l"/>
              <a:pathLst>
                <a:path h="1384681" w="7006717">
                  <a:moveTo>
                    <a:pt x="0" y="165100"/>
                  </a:moveTo>
                  <a:cubicBezTo>
                    <a:pt x="0" y="73914"/>
                    <a:pt x="74549" y="0"/>
                    <a:pt x="166370" y="0"/>
                  </a:cubicBezTo>
                  <a:lnTo>
                    <a:pt x="6840347" y="0"/>
                  </a:lnTo>
                  <a:lnTo>
                    <a:pt x="6840347" y="6350"/>
                  </a:lnTo>
                  <a:lnTo>
                    <a:pt x="6840347" y="0"/>
                  </a:lnTo>
                  <a:cubicBezTo>
                    <a:pt x="6932168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1219581"/>
                  </a:lnTo>
                  <a:lnTo>
                    <a:pt x="7000367" y="1219581"/>
                  </a:lnTo>
                  <a:lnTo>
                    <a:pt x="7006717" y="1219581"/>
                  </a:lnTo>
                  <a:cubicBezTo>
                    <a:pt x="7006717" y="1310767"/>
                    <a:pt x="6932168" y="1384681"/>
                    <a:pt x="6840347" y="1384681"/>
                  </a:cubicBezTo>
                  <a:lnTo>
                    <a:pt x="6840347" y="1378331"/>
                  </a:lnTo>
                  <a:lnTo>
                    <a:pt x="6840347" y="1384681"/>
                  </a:lnTo>
                  <a:lnTo>
                    <a:pt x="166370" y="1384681"/>
                  </a:lnTo>
                  <a:lnTo>
                    <a:pt x="166370" y="1378331"/>
                  </a:lnTo>
                  <a:lnTo>
                    <a:pt x="166370" y="1384681"/>
                  </a:lnTo>
                  <a:cubicBezTo>
                    <a:pt x="74549" y="1384681"/>
                    <a:pt x="0" y="1310767"/>
                    <a:pt x="0" y="121958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1219581"/>
                  </a:lnTo>
                  <a:lnTo>
                    <a:pt x="6350" y="1219581"/>
                  </a:lnTo>
                  <a:lnTo>
                    <a:pt x="12700" y="1219581"/>
                  </a:lnTo>
                  <a:cubicBezTo>
                    <a:pt x="12700" y="1303782"/>
                    <a:pt x="81407" y="1371981"/>
                    <a:pt x="166370" y="1371981"/>
                  </a:cubicBezTo>
                  <a:lnTo>
                    <a:pt x="6840347" y="1371981"/>
                  </a:lnTo>
                  <a:cubicBezTo>
                    <a:pt x="6925183" y="1371981"/>
                    <a:pt x="6994017" y="1303655"/>
                    <a:pt x="6994017" y="1219581"/>
                  </a:cubicBezTo>
                  <a:lnTo>
                    <a:pt x="6994017" y="165100"/>
                  </a:lnTo>
                  <a:cubicBezTo>
                    <a:pt x="6994017" y="80899"/>
                    <a:pt x="6925310" y="12700"/>
                    <a:pt x="6840347" y="12700"/>
                  </a:cubicBezTo>
                  <a:lnTo>
                    <a:pt x="166370" y="12700"/>
                  </a:lnTo>
                  <a:lnTo>
                    <a:pt x="166370" y="6350"/>
                  </a:lnTo>
                  <a:lnTo>
                    <a:pt x="166370" y="12700"/>
                  </a:lnTo>
                  <a:cubicBezTo>
                    <a:pt x="81407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814242" y="3182388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KPI generation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45401" y="2922689"/>
            <a:ext cx="5254971" cy="1038520"/>
            <a:chOff x="0" y="0"/>
            <a:chExt cx="7006628" cy="13846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6994017" cy="1371981"/>
            </a:xfrm>
            <a:custGeom>
              <a:avLst/>
              <a:gdLst/>
              <a:ahLst/>
              <a:cxnLst/>
              <a:rect r="r" b="b" t="t" l="l"/>
              <a:pathLst>
                <a:path h="1371981" w="6994017">
                  <a:moveTo>
                    <a:pt x="0" y="158750"/>
                  </a:moveTo>
                  <a:cubicBezTo>
                    <a:pt x="0" y="71120"/>
                    <a:pt x="71628" y="0"/>
                    <a:pt x="160020" y="0"/>
                  </a:cubicBezTo>
                  <a:lnTo>
                    <a:pt x="6833997" y="0"/>
                  </a:lnTo>
                  <a:cubicBezTo>
                    <a:pt x="6922389" y="0"/>
                    <a:pt x="6994017" y="71120"/>
                    <a:pt x="6994017" y="158750"/>
                  </a:cubicBezTo>
                  <a:lnTo>
                    <a:pt x="6994017" y="1213231"/>
                  </a:lnTo>
                  <a:cubicBezTo>
                    <a:pt x="6994017" y="1300861"/>
                    <a:pt x="6922389" y="1371981"/>
                    <a:pt x="6833997" y="1371981"/>
                  </a:cubicBezTo>
                  <a:lnTo>
                    <a:pt x="160020" y="1371981"/>
                  </a:lnTo>
                  <a:cubicBezTo>
                    <a:pt x="71628" y="1371981"/>
                    <a:pt x="0" y="1300861"/>
                    <a:pt x="0" y="1213231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06717" cy="1384681"/>
            </a:xfrm>
            <a:custGeom>
              <a:avLst/>
              <a:gdLst/>
              <a:ahLst/>
              <a:cxnLst/>
              <a:rect r="r" b="b" t="t" l="l"/>
              <a:pathLst>
                <a:path h="1384681" w="7006717">
                  <a:moveTo>
                    <a:pt x="0" y="165100"/>
                  </a:moveTo>
                  <a:cubicBezTo>
                    <a:pt x="0" y="73914"/>
                    <a:pt x="74549" y="0"/>
                    <a:pt x="166370" y="0"/>
                  </a:cubicBezTo>
                  <a:lnTo>
                    <a:pt x="6840347" y="0"/>
                  </a:lnTo>
                  <a:lnTo>
                    <a:pt x="6840347" y="6350"/>
                  </a:lnTo>
                  <a:lnTo>
                    <a:pt x="6840347" y="0"/>
                  </a:lnTo>
                  <a:cubicBezTo>
                    <a:pt x="6932168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1219581"/>
                  </a:lnTo>
                  <a:lnTo>
                    <a:pt x="7000367" y="1219581"/>
                  </a:lnTo>
                  <a:lnTo>
                    <a:pt x="7006717" y="1219581"/>
                  </a:lnTo>
                  <a:cubicBezTo>
                    <a:pt x="7006717" y="1310767"/>
                    <a:pt x="6932168" y="1384681"/>
                    <a:pt x="6840347" y="1384681"/>
                  </a:cubicBezTo>
                  <a:lnTo>
                    <a:pt x="6840347" y="1378331"/>
                  </a:lnTo>
                  <a:lnTo>
                    <a:pt x="6840347" y="1384681"/>
                  </a:lnTo>
                  <a:lnTo>
                    <a:pt x="166370" y="1384681"/>
                  </a:lnTo>
                  <a:lnTo>
                    <a:pt x="166370" y="1378331"/>
                  </a:lnTo>
                  <a:lnTo>
                    <a:pt x="166370" y="1384681"/>
                  </a:lnTo>
                  <a:cubicBezTo>
                    <a:pt x="74549" y="1384681"/>
                    <a:pt x="0" y="1310767"/>
                    <a:pt x="0" y="121958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1219581"/>
                  </a:lnTo>
                  <a:lnTo>
                    <a:pt x="6350" y="1219581"/>
                  </a:lnTo>
                  <a:lnTo>
                    <a:pt x="12700" y="1219581"/>
                  </a:lnTo>
                  <a:cubicBezTo>
                    <a:pt x="12700" y="1303782"/>
                    <a:pt x="81407" y="1371981"/>
                    <a:pt x="166370" y="1371981"/>
                  </a:cubicBezTo>
                  <a:lnTo>
                    <a:pt x="6840347" y="1371981"/>
                  </a:lnTo>
                  <a:cubicBezTo>
                    <a:pt x="6925183" y="1371981"/>
                    <a:pt x="6994017" y="1303655"/>
                    <a:pt x="6994017" y="1219581"/>
                  </a:cubicBezTo>
                  <a:lnTo>
                    <a:pt x="6994017" y="165100"/>
                  </a:lnTo>
                  <a:cubicBezTo>
                    <a:pt x="6994017" y="80899"/>
                    <a:pt x="6925310" y="12700"/>
                    <a:pt x="6840347" y="12700"/>
                  </a:cubicBezTo>
                  <a:lnTo>
                    <a:pt x="166370" y="12700"/>
                  </a:lnTo>
                  <a:lnTo>
                    <a:pt x="166370" y="6350"/>
                  </a:lnTo>
                  <a:lnTo>
                    <a:pt x="166370" y="12700"/>
                  </a:lnTo>
                  <a:cubicBezTo>
                    <a:pt x="81407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343209" y="3182388"/>
            <a:ext cx="3578276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Satisfaction analysis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87476" y="4235206"/>
            <a:ext cx="8019459" cy="1038520"/>
            <a:chOff x="0" y="0"/>
            <a:chExt cx="10692613" cy="138469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10679811" cy="1371981"/>
            </a:xfrm>
            <a:custGeom>
              <a:avLst/>
              <a:gdLst/>
              <a:ahLst/>
              <a:cxnLst/>
              <a:rect r="r" b="b" t="t" l="l"/>
              <a:pathLst>
                <a:path h="1371981" w="10679811">
                  <a:moveTo>
                    <a:pt x="0" y="158750"/>
                  </a:moveTo>
                  <a:cubicBezTo>
                    <a:pt x="0" y="71120"/>
                    <a:pt x="71628" y="0"/>
                    <a:pt x="160020" y="0"/>
                  </a:cubicBezTo>
                  <a:lnTo>
                    <a:pt x="10519791" y="0"/>
                  </a:lnTo>
                  <a:cubicBezTo>
                    <a:pt x="10608183" y="0"/>
                    <a:pt x="10679811" y="71120"/>
                    <a:pt x="10679811" y="158750"/>
                  </a:cubicBezTo>
                  <a:lnTo>
                    <a:pt x="10679811" y="1213231"/>
                  </a:lnTo>
                  <a:cubicBezTo>
                    <a:pt x="10679811" y="1300861"/>
                    <a:pt x="10608183" y="1371981"/>
                    <a:pt x="10519791" y="1371981"/>
                  </a:cubicBezTo>
                  <a:lnTo>
                    <a:pt x="160020" y="1371981"/>
                  </a:lnTo>
                  <a:cubicBezTo>
                    <a:pt x="71628" y="1371981"/>
                    <a:pt x="0" y="1300861"/>
                    <a:pt x="0" y="1213231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92511" cy="1384681"/>
            </a:xfrm>
            <a:custGeom>
              <a:avLst/>
              <a:gdLst/>
              <a:ahLst/>
              <a:cxnLst/>
              <a:rect r="r" b="b" t="t" l="l"/>
              <a:pathLst>
                <a:path h="1384681" w="10692511">
                  <a:moveTo>
                    <a:pt x="0" y="165100"/>
                  </a:moveTo>
                  <a:cubicBezTo>
                    <a:pt x="0" y="73914"/>
                    <a:pt x="74549" y="0"/>
                    <a:pt x="166370" y="0"/>
                  </a:cubicBezTo>
                  <a:lnTo>
                    <a:pt x="10526141" y="0"/>
                  </a:lnTo>
                  <a:lnTo>
                    <a:pt x="10526141" y="6350"/>
                  </a:lnTo>
                  <a:lnTo>
                    <a:pt x="10526141" y="0"/>
                  </a:lnTo>
                  <a:cubicBezTo>
                    <a:pt x="10617962" y="0"/>
                    <a:pt x="10692511" y="73914"/>
                    <a:pt x="10692511" y="165100"/>
                  </a:cubicBezTo>
                  <a:lnTo>
                    <a:pt x="10686161" y="165100"/>
                  </a:lnTo>
                  <a:lnTo>
                    <a:pt x="10692511" y="165100"/>
                  </a:lnTo>
                  <a:lnTo>
                    <a:pt x="10692511" y="1219581"/>
                  </a:lnTo>
                  <a:lnTo>
                    <a:pt x="10686161" y="1219581"/>
                  </a:lnTo>
                  <a:lnTo>
                    <a:pt x="10692511" y="1219581"/>
                  </a:lnTo>
                  <a:cubicBezTo>
                    <a:pt x="10692511" y="1310767"/>
                    <a:pt x="10617962" y="1384681"/>
                    <a:pt x="10526141" y="1384681"/>
                  </a:cubicBezTo>
                  <a:lnTo>
                    <a:pt x="10526141" y="1378331"/>
                  </a:lnTo>
                  <a:lnTo>
                    <a:pt x="10526141" y="1384681"/>
                  </a:lnTo>
                  <a:lnTo>
                    <a:pt x="166370" y="1384681"/>
                  </a:lnTo>
                  <a:lnTo>
                    <a:pt x="166370" y="1378331"/>
                  </a:lnTo>
                  <a:lnTo>
                    <a:pt x="166370" y="1384681"/>
                  </a:lnTo>
                  <a:cubicBezTo>
                    <a:pt x="74549" y="1384681"/>
                    <a:pt x="0" y="1310767"/>
                    <a:pt x="0" y="121958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1219581"/>
                  </a:lnTo>
                  <a:lnTo>
                    <a:pt x="6350" y="1219581"/>
                  </a:lnTo>
                  <a:lnTo>
                    <a:pt x="12700" y="1219581"/>
                  </a:lnTo>
                  <a:cubicBezTo>
                    <a:pt x="12700" y="1303655"/>
                    <a:pt x="81407" y="1371981"/>
                    <a:pt x="166370" y="1371981"/>
                  </a:cubicBezTo>
                  <a:lnTo>
                    <a:pt x="10526141" y="1371981"/>
                  </a:lnTo>
                  <a:cubicBezTo>
                    <a:pt x="10611104" y="1371981"/>
                    <a:pt x="10679811" y="1303655"/>
                    <a:pt x="10679811" y="1219581"/>
                  </a:cubicBezTo>
                  <a:lnTo>
                    <a:pt x="10679811" y="165100"/>
                  </a:lnTo>
                  <a:cubicBezTo>
                    <a:pt x="10679811" y="81026"/>
                    <a:pt x="10611104" y="12700"/>
                    <a:pt x="10526141" y="12700"/>
                  </a:cubicBezTo>
                  <a:lnTo>
                    <a:pt x="166370" y="12700"/>
                  </a:lnTo>
                  <a:lnTo>
                    <a:pt x="166370" y="6350"/>
                  </a:lnTo>
                  <a:lnTo>
                    <a:pt x="166370" y="12700"/>
                  </a:lnTo>
                  <a:cubicBezTo>
                    <a:pt x="81407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85284" y="4494905"/>
            <a:ext cx="3904212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Placement distribution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80922" y="4235206"/>
            <a:ext cx="8019459" cy="1038520"/>
            <a:chOff x="0" y="0"/>
            <a:chExt cx="10692613" cy="138469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" y="6350"/>
              <a:ext cx="10679811" cy="1371981"/>
            </a:xfrm>
            <a:custGeom>
              <a:avLst/>
              <a:gdLst/>
              <a:ahLst/>
              <a:cxnLst/>
              <a:rect r="r" b="b" t="t" l="l"/>
              <a:pathLst>
                <a:path h="1371981" w="10679811">
                  <a:moveTo>
                    <a:pt x="0" y="158750"/>
                  </a:moveTo>
                  <a:cubicBezTo>
                    <a:pt x="0" y="71120"/>
                    <a:pt x="71628" y="0"/>
                    <a:pt x="160020" y="0"/>
                  </a:cubicBezTo>
                  <a:lnTo>
                    <a:pt x="10519791" y="0"/>
                  </a:lnTo>
                  <a:cubicBezTo>
                    <a:pt x="10608183" y="0"/>
                    <a:pt x="10679811" y="71120"/>
                    <a:pt x="10679811" y="158750"/>
                  </a:cubicBezTo>
                  <a:lnTo>
                    <a:pt x="10679811" y="1213231"/>
                  </a:lnTo>
                  <a:cubicBezTo>
                    <a:pt x="10679811" y="1300861"/>
                    <a:pt x="10608183" y="1371981"/>
                    <a:pt x="10519791" y="1371981"/>
                  </a:cubicBezTo>
                  <a:lnTo>
                    <a:pt x="160020" y="1371981"/>
                  </a:lnTo>
                  <a:cubicBezTo>
                    <a:pt x="71628" y="1371981"/>
                    <a:pt x="0" y="1300861"/>
                    <a:pt x="0" y="1213231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92511" cy="1384681"/>
            </a:xfrm>
            <a:custGeom>
              <a:avLst/>
              <a:gdLst/>
              <a:ahLst/>
              <a:cxnLst/>
              <a:rect r="r" b="b" t="t" l="l"/>
              <a:pathLst>
                <a:path h="1384681" w="10692511">
                  <a:moveTo>
                    <a:pt x="0" y="165100"/>
                  </a:moveTo>
                  <a:cubicBezTo>
                    <a:pt x="0" y="73914"/>
                    <a:pt x="74549" y="0"/>
                    <a:pt x="166370" y="0"/>
                  </a:cubicBezTo>
                  <a:lnTo>
                    <a:pt x="10526141" y="0"/>
                  </a:lnTo>
                  <a:lnTo>
                    <a:pt x="10526141" y="6350"/>
                  </a:lnTo>
                  <a:lnTo>
                    <a:pt x="10526141" y="0"/>
                  </a:lnTo>
                  <a:cubicBezTo>
                    <a:pt x="10617962" y="0"/>
                    <a:pt x="10692511" y="73914"/>
                    <a:pt x="10692511" y="165100"/>
                  </a:cubicBezTo>
                  <a:lnTo>
                    <a:pt x="10686161" y="165100"/>
                  </a:lnTo>
                  <a:lnTo>
                    <a:pt x="10692511" y="165100"/>
                  </a:lnTo>
                  <a:lnTo>
                    <a:pt x="10692511" y="1219581"/>
                  </a:lnTo>
                  <a:lnTo>
                    <a:pt x="10686161" y="1219581"/>
                  </a:lnTo>
                  <a:lnTo>
                    <a:pt x="10692511" y="1219581"/>
                  </a:lnTo>
                  <a:cubicBezTo>
                    <a:pt x="10692511" y="1310767"/>
                    <a:pt x="10617962" y="1384681"/>
                    <a:pt x="10526141" y="1384681"/>
                  </a:cubicBezTo>
                  <a:lnTo>
                    <a:pt x="10526141" y="1378331"/>
                  </a:lnTo>
                  <a:lnTo>
                    <a:pt x="10526141" y="1384681"/>
                  </a:lnTo>
                  <a:lnTo>
                    <a:pt x="166370" y="1384681"/>
                  </a:lnTo>
                  <a:lnTo>
                    <a:pt x="166370" y="1378331"/>
                  </a:lnTo>
                  <a:lnTo>
                    <a:pt x="166370" y="1384681"/>
                  </a:lnTo>
                  <a:cubicBezTo>
                    <a:pt x="74549" y="1384681"/>
                    <a:pt x="0" y="1310767"/>
                    <a:pt x="0" y="121958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1219581"/>
                  </a:lnTo>
                  <a:lnTo>
                    <a:pt x="6350" y="1219581"/>
                  </a:lnTo>
                  <a:lnTo>
                    <a:pt x="12700" y="1219581"/>
                  </a:lnTo>
                  <a:cubicBezTo>
                    <a:pt x="12700" y="1303655"/>
                    <a:pt x="81407" y="1371981"/>
                    <a:pt x="166370" y="1371981"/>
                  </a:cubicBezTo>
                  <a:lnTo>
                    <a:pt x="10526141" y="1371981"/>
                  </a:lnTo>
                  <a:cubicBezTo>
                    <a:pt x="10611104" y="1371981"/>
                    <a:pt x="10679811" y="1303655"/>
                    <a:pt x="10679811" y="1219581"/>
                  </a:cubicBezTo>
                  <a:lnTo>
                    <a:pt x="10679811" y="165100"/>
                  </a:lnTo>
                  <a:cubicBezTo>
                    <a:pt x="10679811" y="81026"/>
                    <a:pt x="10611104" y="12700"/>
                    <a:pt x="10526141" y="12700"/>
                  </a:cubicBezTo>
                  <a:lnTo>
                    <a:pt x="166370" y="12700"/>
                  </a:lnTo>
                  <a:lnTo>
                    <a:pt x="166370" y="6350"/>
                  </a:lnTo>
                  <a:lnTo>
                    <a:pt x="166370" y="12700"/>
                  </a:lnTo>
                  <a:cubicBezTo>
                    <a:pt x="81407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578731" y="4494905"/>
            <a:ext cx="3558778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Heatmap generation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2238" y="5656059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Major Endpoints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2238" y="6457502"/>
            <a:ext cx="16303523" cy="2769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/filters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/kpi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/yearly_satisfaction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/facility_satisfaction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/correlation_heatmap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800725" y="3042342"/>
            <a:ext cx="12487275" cy="5785850"/>
            <a:chOff x="0" y="0"/>
            <a:chExt cx="7889278" cy="3655416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7889240" cy="3655441"/>
            </a:xfrm>
            <a:custGeom>
              <a:avLst/>
              <a:gdLst/>
              <a:ahLst/>
              <a:cxnLst/>
              <a:rect r="r" b="b" t="t" l="l"/>
              <a:pathLst>
                <a:path h="3655441" w="7889240">
                  <a:moveTo>
                    <a:pt x="0" y="0"/>
                  </a:moveTo>
                  <a:lnTo>
                    <a:pt x="7889240" y="0"/>
                  </a:lnTo>
                  <a:lnTo>
                    <a:pt x="7889240" y="3655441"/>
                  </a:lnTo>
                  <a:lnTo>
                    <a:pt x="0" y="3655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851897"/>
            <a:ext cx="8877452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FRONTEND DASHBOARD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870319"/>
            <a:ext cx="5746109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Dashboard Features: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937567"/>
            <a:ext cx="9445523" cy="3322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KPI Cards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Filters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Line Chart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Bar Charts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Pie &amp; Doughnut Charts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Correlation Heatmap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646812"/>
            <a:ext cx="5670652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User Benefits: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7714059"/>
            <a:ext cx="9445523" cy="166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Real-time filtering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Easy interpretation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Interactive analysis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15000" y="4564113"/>
            <a:ext cx="12430877" cy="2434398"/>
            <a:chOff x="0" y="0"/>
            <a:chExt cx="7888491" cy="1544841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7888478" cy="1544828"/>
            </a:xfrm>
            <a:custGeom>
              <a:avLst/>
              <a:gdLst/>
              <a:ahLst/>
              <a:cxnLst/>
              <a:rect r="r" b="b" t="t" l="l"/>
              <a:pathLst>
                <a:path h="1544828" w="7888478">
                  <a:moveTo>
                    <a:pt x="0" y="0"/>
                  </a:moveTo>
                  <a:lnTo>
                    <a:pt x="7888478" y="0"/>
                  </a:lnTo>
                  <a:lnTo>
                    <a:pt x="7888478" y="1544828"/>
                  </a:lnTo>
                  <a:lnTo>
                    <a:pt x="0" y="1544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1957388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KEY KPI METRICS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975820"/>
            <a:ext cx="5670652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KPIs: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4043067"/>
            <a:ext cx="9445523" cy="2216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Total Students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Average Satisfaction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Average Attendance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Average Study Hours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646812"/>
            <a:ext cx="5670652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Why Important: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7714059"/>
            <a:ext cx="9445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Provides quick overview of institutional performance.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536357" y="4762795"/>
            <a:ext cx="13609520" cy="1751483"/>
            <a:chOff x="0" y="0"/>
            <a:chExt cx="7888491" cy="101521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7888478" cy="1015238"/>
            </a:xfrm>
            <a:custGeom>
              <a:avLst/>
              <a:gdLst/>
              <a:ahLst/>
              <a:cxnLst/>
              <a:rect r="r" b="b" t="t" l="l"/>
              <a:pathLst>
                <a:path h="1015238" w="7888478">
                  <a:moveTo>
                    <a:pt x="0" y="0"/>
                  </a:moveTo>
                  <a:lnTo>
                    <a:pt x="7888478" y="0"/>
                  </a:lnTo>
                  <a:lnTo>
                    <a:pt x="7888478" y="1015238"/>
                  </a:lnTo>
                  <a:lnTo>
                    <a:pt x="0" y="1015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1893541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KEY FILTERS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157090"/>
            <a:ext cx="9445523" cy="2216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Facility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Gender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Academic Year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Hostel status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5741784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why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7005342"/>
            <a:ext cx="9445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show dynamic charts distribution amongst different options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08785" y="4598641"/>
            <a:ext cx="11372643" cy="4293201"/>
            <a:chOff x="0" y="0"/>
            <a:chExt cx="7889088" cy="297815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7889113" cy="2978150"/>
            </a:xfrm>
            <a:custGeom>
              <a:avLst/>
              <a:gdLst/>
              <a:ahLst/>
              <a:cxnLst/>
              <a:rect r="r" b="b" t="t" l="l"/>
              <a:pathLst>
                <a:path h="2978150" w="7889113">
                  <a:moveTo>
                    <a:pt x="0" y="0"/>
                  </a:moveTo>
                  <a:lnTo>
                    <a:pt x="7889113" y="0"/>
                  </a:lnTo>
                  <a:lnTo>
                    <a:pt x="7889113" y="2978150"/>
                  </a:lnTo>
                  <a:lnTo>
                    <a:pt x="0" y="297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1833115"/>
            <a:ext cx="9445523" cy="182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KEY INSIGHTS – SATISFACTION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737524"/>
            <a:ext cx="9139980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Academic Year-wise Satisfaction: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4559646"/>
            <a:ext cx="4252912" cy="56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Shows: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449786"/>
            <a:ext cx="9445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Student satisfaction trend across years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395295"/>
            <a:ext cx="4252912" cy="56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Helps: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7285434"/>
            <a:ext cx="9445523" cy="111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Detect year-based dissatisfaction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Improve final-year support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261649" y="4120305"/>
            <a:ext cx="10884371" cy="3764187"/>
            <a:chOff x="0" y="0"/>
            <a:chExt cx="7889088" cy="2728316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7889113" cy="2728341"/>
            </a:xfrm>
            <a:custGeom>
              <a:avLst/>
              <a:gdLst/>
              <a:ahLst/>
              <a:cxnLst/>
              <a:rect r="r" b="b" t="t" l="l"/>
              <a:pathLst>
                <a:path h="2728341" w="7889113">
                  <a:moveTo>
                    <a:pt x="0" y="0"/>
                  </a:moveTo>
                  <a:lnTo>
                    <a:pt x="7889113" y="0"/>
                  </a:lnTo>
                  <a:lnTo>
                    <a:pt x="7889113" y="2728341"/>
                  </a:lnTo>
                  <a:lnTo>
                    <a:pt x="0" y="27283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1358351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FACILITY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376783"/>
            <a:ext cx="5670652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Facility Satisfaction: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3198914"/>
            <a:ext cx="4252912" cy="56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Shows: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089054"/>
            <a:ext cx="9445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Average ratings for Library, Hostel, WiFi, Labs, etc.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5034553"/>
            <a:ext cx="4252912" cy="56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Helps: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5924702"/>
            <a:ext cx="9445523" cy="111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Identify weak facilities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Prioritize improvements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7422947"/>
            <a:ext cx="4252912" cy="56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Example: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8313096"/>
            <a:ext cx="9445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Low WiFi score → Improve internet infrastructure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62890" y="4073423"/>
            <a:ext cx="11483273" cy="4153183"/>
            <a:chOff x="0" y="0"/>
            <a:chExt cx="7889278" cy="2853334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7889240" cy="2853309"/>
            </a:xfrm>
            <a:custGeom>
              <a:avLst/>
              <a:gdLst/>
              <a:ahLst/>
              <a:cxnLst/>
              <a:rect r="r" b="b" t="t" l="l"/>
              <a:pathLst>
                <a:path h="2853309" w="7889240">
                  <a:moveTo>
                    <a:pt x="0" y="0"/>
                  </a:moveTo>
                  <a:lnTo>
                    <a:pt x="7889240" y="0"/>
                  </a:lnTo>
                  <a:lnTo>
                    <a:pt x="7889240" y="2853309"/>
                  </a:lnTo>
                  <a:lnTo>
                    <a:pt x="0" y="2853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3073451"/>
            <a:ext cx="9445523" cy="182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KEY INSIGHTS – GENDER-WISE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977851"/>
            <a:ext cx="5670652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Gender Satisfaction: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6045098"/>
            <a:ext cx="9445523" cy="111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Compares student experience by gender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Supports inclusive planning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19758" y="4048868"/>
            <a:ext cx="9626263" cy="3561786"/>
            <a:chOff x="0" y="0"/>
            <a:chExt cx="7889088" cy="29190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7889113" cy="2918968"/>
            </a:xfrm>
            <a:custGeom>
              <a:avLst/>
              <a:gdLst/>
              <a:ahLst/>
              <a:cxnLst/>
              <a:rect r="r" b="b" t="t" l="l"/>
              <a:pathLst>
                <a:path h="2918968" w="7889113">
                  <a:moveTo>
                    <a:pt x="0" y="0"/>
                  </a:moveTo>
                  <a:lnTo>
                    <a:pt x="7889113" y="0"/>
                  </a:lnTo>
                  <a:lnTo>
                    <a:pt x="7889113" y="2918968"/>
                  </a:lnTo>
                  <a:lnTo>
                    <a:pt x="0" y="2918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3073451"/>
            <a:ext cx="9445523" cy="182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KEY INSIGHT- MAJOR-WISE SATISFACTION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977851"/>
            <a:ext cx="5670652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Major Satisfaction: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6045098"/>
            <a:ext cx="9445523" cy="111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Department-specific trends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Academic strategy support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08382" y="4687210"/>
            <a:ext cx="10479618" cy="3159279"/>
            <a:chOff x="0" y="0"/>
            <a:chExt cx="12002884" cy="3618497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2002826" cy="3618535"/>
            </a:xfrm>
            <a:custGeom>
              <a:avLst/>
              <a:gdLst/>
              <a:ahLst/>
              <a:cxnLst/>
              <a:rect r="r" b="b" t="t" l="l"/>
              <a:pathLst>
                <a:path h="3618535" w="12002826">
                  <a:moveTo>
                    <a:pt x="0" y="0"/>
                  </a:moveTo>
                  <a:lnTo>
                    <a:pt x="12002826" y="0"/>
                  </a:lnTo>
                  <a:lnTo>
                    <a:pt x="12002826" y="3618535"/>
                  </a:lnTo>
                  <a:lnTo>
                    <a:pt x="0" y="3618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951" r="0" b="-1095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2687241"/>
            <a:ext cx="9445523" cy="182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KEY INSIGHTS – PLACEMENT RELATED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591641"/>
            <a:ext cx="6340078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Placement Confidence: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5658888"/>
            <a:ext cx="9445523" cy="111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Student trust in placements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Helps placement strategy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493542" y="4016573"/>
            <a:ext cx="10652478" cy="4076361"/>
            <a:chOff x="0" y="0"/>
            <a:chExt cx="7889088" cy="30189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7889113" cy="3018964"/>
            </a:xfrm>
            <a:custGeom>
              <a:avLst/>
              <a:gdLst/>
              <a:ahLst/>
              <a:cxnLst/>
              <a:rect r="r" b="b" t="t" l="l"/>
              <a:pathLst>
                <a:path h="3018964" w="7889113">
                  <a:moveTo>
                    <a:pt x="0" y="0"/>
                  </a:moveTo>
                  <a:lnTo>
                    <a:pt x="7889113" y="0"/>
                  </a:lnTo>
                  <a:lnTo>
                    <a:pt x="7889113" y="3018964"/>
                  </a:lnTo>
                  <a:lnTo>
                    <a:pt x="0" y="3018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7" r="0" b="-8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3073451"/>
            <a:ext cx="9445523" cy="182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KEY INSIGHTS -HOSTEL DISTRIBUTION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977851"/>
            <a:ext cx="5670652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Hostel Distribution: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6045098"/>
            <a:ext cx="9445523" cy="111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Residential student trends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Resource planning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28690" y="3928020"/>
            <a:ext cx="8385548" cy="2909449"/>
            <a:chOff x="0" y="0"/>
            <a:chExt cx="11180731" cy="3879266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1180695" cy="3879317"/>
            </a:xfrm>
            <a:custGeom>
              <a:avLst/>
              <a:gdLst/>
              <a:ahLst/>
              <a:cxnLst/>
              <a:rect r="r" b="b" t="t" l="l"/>
              <a:pathLst>
                <a:path h="3879317" w="11180695">
                  <a:moveTo>
                    <a:pt x="0" y="0"/>
                  </a:moveTo>
                  <a:lnTo>
                    <a:pt x="11180695" y="0"/>
                  </a:lnTo>
                  <a:lnTo>
                    <a:pt x="11180695" y="3879317"/>
                  </a:lnTo>
                  <a:lnTo>
                    <a:pt x="0" y="3879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00" r="0" b="-379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2984897"/>
            <a:ext cx="9445523" cy="182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KEY INSIGHTS -FACILITY DISTRIBUTION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870247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Facility Distribution: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6133805"/>
            <a:ext cx="9445523" cy="111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Shows which facility rated most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IShows what facility student like most amongst other ones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301431" y="3094369"/>
            <a:ext cx="9900844" cy="4156394"/>
            <a:chOff x="0" y="0"/>
            <a:chExt cx="8094594" cy="3398127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8094529" cy="3398104"/>
            </a:xfrm>
            <a:custGeom>
              <a:avLst/>
              <a:gdLst/>
              <a:ahLst/>
              <a:cxnLst/>
              <a:rect r="r" b="b" t="t" l="l"/>
              <a:pathLst>
                <a:path h="3398104" w="8094529">
                  <a:moveTo>
                    <a:pt x="0" y="0"/>
                  </a:moveTo>
                  <a:lnTo>
                    <a:pt x="8094529" y="0"/>
                  </a:lnTo>
                  <a:lnTo>
                    <a:pt x="8094529" y="3398104"/>
                  </a:lnTo>
                  <a:lnTo>
                    <a:pt x="0" y="3398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328" r="0" b="-632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83739" y="739531"/>
            <a:ext cx="9662522" cy="1625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7"/>
              </a:lnSpc>
            </a:pPr>
            <a:r>
              <a:rPr lang="en-US" sz="4937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KEY INSIGHTS -CORRELATION HEATMAP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3739" y="2407596"/>
            <a:ext cx="5050336" cy="678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3937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Shows: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3739" y="3337922"/>
            <a:ext cx="9662522" cy="467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Relationship between: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3739" y="3972820"/>
            <a:ext cx="9662522" cy="230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000"/>
              </a:lnSpc>
              <a:buFont typeface="Arial"/>
              <a:buChar char="•"/>
            </a:pPr>
            <a:r>
              <a:rPr lang="en-US" sz="193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Satisfaction</a:t>
            </a:r>
          </a:p>
          <a:p>
            <a:pPr algn="l" marL="292199" indent="-146100" lvl="1">
              <a:lnSpc>
                <a:spcPts val="3000"/>
              </a:lnSpc>
              <a:buFont typeface="Arial"/>
              <a:buChar char="•"/>
            </a:pPr>
            <a:r>
              <a:rPr lang="en-US" sz="193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Attendance</a:t>
            </a:r>
          </a:p>
          <a:p>
            <a:pPr algn="l" marL="292199" indent="-146100" lvl="1">
              <a:lnSpc>
                <a:spcPts val="3000"/>
              </a:lnSpc>
              <a:buFont typeface="Arial"/>
              <a:buChar char="•"/>
            </a:pPr>
            <a:r>
              <a:rPr lang="en-US" sz="193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Study Hours</a:t>
            </a:r>
          </a:p>
          <a:p>
            <a:pPr algn="l" marL="292199" indent="-146100" lvl="1">
              <a:lnSpc>
                <a:spcPts val="3000"/>
              </a:lnSpc>
              <a:buFont typeface="Arial"/>
              <a:buChar char="•"/>
            </a:pPr>
            <a:r>
              <a:rPr lang="en-US" sz="193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Faculty Rating</a:t>
            </a:r>
          </a:p>
          <a:p>
            <a:pPr algn="l" marL="292199" indent="-146100" lvl="1">
              <a:lnSpc>
                <a:spcPts val="3000"/>
              </a:lnSpc>
              <a:buFont typeface="Arial"/>
              <a:buChar char="•"/>
            </a:pPr>
            <a:r>
              <a:rPr lang="en-US" sz="193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Placement Confidence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3739" y="6571955"/>
            <a:ext cx="5050336" cy="678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3937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Key Benefit: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3739" y="7502281"/>
            <a:ext cx="9662522" cy="467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Identifies strong influencing factors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3739" y="8278568"/>
            <a:ext cx="3787826" cy="50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937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Example: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3739" y="9032081"/>
            <a:ext cx="9662522" cy="467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High faculty rating correlation = Faculty impacts satisfaction strongly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474091"/>
            <a:ext cx="12574934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Challenges Faced(Major Challenges)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992738"/>
            <a:ext cx="7805890" cy="166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Messy raw dataset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Missing values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Duplicate records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99397" y="4992738"/>
            <a:ext cx="7805890" cy="166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Frontend chart duplication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Backend integration debugging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Responsive UI design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474091"/>
            <a:ext cx="9571282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SOLUTIONS IMPLEMENTED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992738"/>
            <a:ext cx="7805890" cy="166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Structured cleaning pipeline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Pandas preprocessing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Dynamic Flask filtering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99397" y="4992738"/>
            <a:ext cx="7805890" cy="111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Chart destroy/re-render logic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Responsive CSS grid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411016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KEY LEARNINGS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024760"/>
            <a:ext cx="5670652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Technical Learnings: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950323"/>
            <a:ext cx="7805890" cy="2769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Data preprocessing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Data transformation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API development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Dashboard development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Data storytelling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99397" y="4024760"/>
            <a:ext cx="5670652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Personal Growth: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9397" y="4950323"/>
            <a:ext cx="7805890" cy="166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Problem-solving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Debugging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Full-stack project execution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858073"/>
            <a:ext cx="5670652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Recommendations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5180409"/>
            <a:ext cx="7805890" cy="111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Improve low-rated facilities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Strengthen placement support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99397" y="5180409"/>
            <a:ext cx="7805890" cy="111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Regular satisfaction monitoring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Expand digital analytics systems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063030"/>
            <a:ext cx="9214847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FUTURE ENHANCEMENTS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081462"/>
            <a:ext cx="5670652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Future Scope: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403799"/>
            <a:ext cx="7805890" cy="166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Login authentication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Database integration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Machine learning prediction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99397" y="5403799"/>
            <a:ext cx="7805890" cy="111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NLP sentiment analysis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Cloud deployment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339408"/>
            <a:ext cx="7142559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PROJECT OUTCOME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357840"/>
            <a:ext cx="5670652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Final Outcome: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680177"/>
            <a:ext cx="7805890" cy="111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Converted raw data into meaningful insights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Built a full-stack dashboard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99397" y="5680177"/>
            <a:ext cx="7805890" cy="111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Created decision-support system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Improved institutional analytics capability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215135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620520"/>
            <a:ext cx="16303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The Student Campus Pulse Dashboard successfully integrates: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566019"/>
            <a:ext cx="13229777" cy="56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Data Analytics + Backend Development + Frontend Visualization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6456159"/>
            <a:ext cx="16303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It transforms educational survey data into an actionable platform for institutional growth and better student experiences.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215476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634683"/>
            <a:ext cx="7611066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                                      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5052117"/>
            <a:ext cx="4252912" cy="56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Submitted Under: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800573"/>
            <a:ext cx="7805890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TCS ION Industry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97467" y="5052117"/>
            <a:ext cx="4252912" cy="56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Submitted By: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97467" y="5800573"/>
            <a:ext cx="7805890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Aditi Patidar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DAHIWAyb95g</dc:identifier>
  <dcterms:modified xsi:type="dcterms:W3CDTF">2011-08-01T06:04:30Z</dcterms:modified>
  <cp:revision>1</cp:revision>
</cp:coreProperties>
</file>